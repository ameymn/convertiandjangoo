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Montserrat"/>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35" roundtripDataSignature="AMtx7mh/eJl7HHxQzwTRDucgnouAZ/ul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D757F50-DD70-434A-A916-7CC05D6E5AF4}">
  <a:tblStyle styleId="{6D757F50-DD70-434A-A916-7CC05D6E5AF4}" styleName="Table_0">
    <a:wholeTbl>
      <a:tcTxStyle b="off" i="off">
        <a:font>
          <a:latin typeface="Tw Cen MT"/>
          <a:ea typeface="Tw Cen MT"/>
          <a:cs typeface="Tw Cen MT"/>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6E6"/>
          </a:solidFill>
        </a:fill>
      </a:tcStyle>
    </a:wholeTbl>
    <a:band1H>
      <a:tcTxStyle/>
      <a:tcStyle>
        <a:fill>
          <a:solidFill>
            <a:srgbClr val="CACACA"/>
          </a:solidFill>
        </a:fill>
      </a:tcStyle>
    </a:band1H>
    <a:band2H>
      <a:tcTxStyle/>
    </a:band2H>
    <a:band1V>
      <a:tcTxStyle/>
      <a:tcStyle>
        <a:fill>
          <a:solidFill>
            <a:srgbClr val="CACACA"/>
          </a:solidFill>
        </a:fill>
      </a:tcStyle>
    </a:band1V>
    <a:band2V>
      <a:tcTxStyle/>
    </a:band2V>
    <a:lastCol>
      <a:tcTxStyle b="on" i="off">
        <a:font>
          <a:latin typeface="Tw Cen MT"/>
          <a:ea typeface="Tw Cen MT"/>
          <a:cs typeface="Tw Cen MT"/>
        </a:font>
        <a:schemeClr val="lt1"/>
      </a:tcTxStyle>
      <a:tcStyle>
        <a:fill>
          <a:solidFill>
            <a:schemeClr val="dk1"/>
          </a:solidFill>
        </a:fill>
      </a:tcStyle>
    </a:lastCol>
    <a:firstCol>
      <a:tcTxStyle b="on" i="off">
        <a:font>
          <a:latin typeface="Tw Cen MT"/>
          <a:ea typeface="Tw Cen MT"/>
          <a:cs typeface="Tw Cen MT"/>
        </a:font>
        <a:schemeClr val="lt1"/>
      </a:tcTxStyle>
      <a:tcStyle>
        <a:fill>
          <a:solidFill>
            <a:schemeClr val="dk1"/>
          </a:solidFill>
        </a:fill>
      </a:tcStyle>
    </a:firstCol>
    <a:lastRow>
      <a:tcTxStyle b="on" i="off">
        <a:font>
          <a:latin typeface="Tw Cen MT"/>
          <a:ea typeface="Tw Cen MT"/>
          <a:cs typeface="Tw Cen MT"/>
        </a:font>
        <a:schemeClr val="lt1"/>
      </a:tcTxStyle>
      <a:tcStyle>
        <a:tcBdr>
          <a:top>
            <a:ln cap="flat" cmpd="sng" w="38100">
              <a:solidFill>
                <a:schemeClr val="lt1"/>
              </a:solidFill>
              <a:prstDash val="solid"/>
              <a:round/>
              <a:headEnd len="sm" w="sm" type="none"/>
              <a:tailEnd len="sm" w="sm" type="none"/>
            </a:ln>
          </a:top>
        </a:tcBdr>
        <a:fill>
          <a:solidFill>
            <a:schemeClr val="dk1"/>
          </a:solidFill>
        </a:fill>
      </a:tcStyle>
    </a:lastRow>
    <a:seCell>
      <a:tcTxStyle/>
    </a:seCell>
    <a:swCell>
      <a:tcTxStyle/>
    </a:swCell>
    <a:firstRow>
      <a:tcTxStyle b="on" i="off">
        <a:font>
          <a:latin typeface="Tw Cen MT"/>
          <a:ea typeface="Tw Cen MT"/>
          <a:cs typeface="Tw Cen MT"/>
        </a:font>
        <a:schemeClr val="lt1"/>
      </a:tcTxStyle>
      <a:tcStyle>
        <a:tcBdr>
          <a:bottom>
            <a:ln cap="flat" cmpd="sng" w="38100">
              <a:solidFill>
                <a:schemeClr val="lt1"/>
              </a:solidFill>
              <a:prstDash val="solid"/>
              <a:round/>
              <a:headEnd len="sm" w="sm" type="none"/>
              <a:tailEnd len="sm" w="sm" type="none"/>
            </a:ln>
          </a:bottom>
        </a:tcBdr>
        <a:fill>
          <a:solidFill>
            <a:schemeClr val="dk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Montserrat-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07f46be42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107f46be421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ea6b2e9c20_0_5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ea6b2e9c20_0_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f1646e899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f1646e89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f1f6dfe76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f1f6dfe76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085826514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085826514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07f46be42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07f46be42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269e7c541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269e7c54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269e7c5419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269e7c5419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269e7c5419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269e7c541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269e7c541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269e7c541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1269e7c5419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1269e7c541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269e7c5419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269e7c541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06e1a8262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g106e1a8262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eba4f0879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eba4f0879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ea6b2e9c20_0_400"/>
          <p:cNvSpPr/>
          <p:nvPr/>
        </p:nvSpPr>
        <p:spPr>
          <a:xfrm rot="5400000">
            <a:off x="10000500" y="673"/>
            <a:ext cx="2191500" cy="2191500"/>
          </a:xfrm>
          <a:prstGeom prst="diagStripe">
            <a:avLst>
              <a:gd fmla="val 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 name="Google Shape;11;gea6b2e9c20_0_400"/>
          <p:cNvGrpSpPr/>
          <p:nvPr/>
        </p:nvGrpSpPr>
        <p:grpSpPr>
          <a:xfrm>
            <a:off x="0" y="654"/>
            <a:ext cx="6871435" cy="6845694"/>
            <a:chOff x="0" y="75"/>
            <a:chExt cx="5153705" cy="5152950"/>
          </a:xfrm>
        </p:grpSpPr>
        <p:sp>
          <p:nvSpPr>
            <p:cNvPr id="12" name="Google Shape;12;gea6b2e9c20_0_400"/>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 name="Google Shape;13;gea6b2e9c20_0_400"/>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 name="Google Shape;14;gea6b2e9c20_0_400"/>
            <p:cNvSpPr/>
            <p:nvPr/>
          </p:nvSpPr>
          <p:spPr>
            <a:xfrm rot="-5400000">
              <a:off x="1646" y="-75"/>
              <a:ext cx="2299800" cy="23001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 name="Google Shape;15;gea6b2e9c20_0_400"/>
            <p:cNvSpPr/>
            <p:nvPr/>
          </p:nvSpPr>
          <p:spPr>
            <a:xfrm flipH="1">
              <a:off x="652821" y="590035"/>
              <a:ext cx="2300100" cy="2299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6" name="Google Shape;16;gea6b2e9c20_0_400"/>
          <p:cNvSpPr txBox="1"/>
          <p:nvPr>
            <p:ph type="ctrTitle"/>
          </p:nvPr>
        </p:nvSpPr>
        <p:spPr>
          <a:xfrm>
            <a:off x="4716200" y="2104533"/>
            <a:ext cx="6690000" cy="2105100"/>
          </a:xfrm>
          <a:prstGeom prst="rect">
            <a:avLst/>
          </a:prstGeom>
        </p:spPr>
        <p:txBody>
          <a:bodyPr anchorCtr="0" anchor="t" bIns="121900" lIns="121900" spcFirstLastPara="1" rIns="121900" wrap="square" tIns="121900">
            <a:normAutofit/>
          </a:bodyPr>
          <a:lstStyle>
            <a:lvl1pPr lvl="0">
              <a:spcBef>
                <a:spcPts val="0"/>
              </a:spcBef>
              <a:spcAft>
                <a:spcPts val="0"/>
              </a:spcAft>
              <a:buSzPts val="5300"/>
              <a:buNone/>
              <a:defRPr sz="5300"/>
            </a:lvl1pPr>
            <a:lvl2pPr lvl="1">
              <a:spcBef>
                <a:spcPts val="0"/>
              </a:spcBef>
              <a:spcAft>
                <a:spcPts val="0"/>
              </a:spcAft>
              <a:buSzPts val="5300"/>
              <a:buNone/>
              <a:defRPr sz="5300"/>
            </a:lvl2pPr>
            <a:lvl3pPr lvl="2">
              <a:spcBef>
                <a:spcPts val="0"/>
              </a:spcBef>
              <a:spcAft>
                <a:spcPts val="0"/>
              </a:spcAft>
              <a:buSzPts val="5300"/>
              <a:buNone/>
              <a:defRPr sz="5300"/>
            </a:lvl3pPr>
            <a:lvl4pPr lvl="3">
              <a:spcBef>
                <a:spcPts val="0"/>
              </a:spcBef>
              <a:spcAft>
                <a:spcPts val="0"/>
              </a:spcAft>
              <a:buSzPts val="5300"/>
              <a:buNone/>
              <a:defRPr sz="5300"/>
            </a:lvl4pPr>
            <a:lvl5pPr lvl="4">
              <a:spcBef>
                <a:spcPts val="0"/>
              </a:spcBef>
              <a:spcAft>
                <a:spcPts val="0"/>
              </a:spcAft>
              <a:buSzPts val="5300"/>
              <a:buNone/>
              <a:defRPr sz="5300"/>
            </a:lvl5pPr>
            <a:lvl6pPr lvl="5">
              <a:spcBef>
                <a:spcPts val="0"/>
              </a:spcBef>
              <a:spcAft>
                <a:spcPts val="0"/>
              </a:spcAft>
              <a:buSzPts val="5300"/>
              <a:buNone/>
              <a:defRPr sz="5300"/>
            </a:lvl6pPr>
            <a:lvl7pPr lvl="6">
              <a:spcBef>
                <a:spcPts val="0"/>
              </a:spcBef>
              <a:spcAft>
                <a:spcPts val="0"/>
              </a:spcAft>
              <a:buSzPts val="5300"/>
              <a:buNone/>
              <a:defRPr sz="5300"/>
            </a:lvl7pPr>
            <a:lvl8pPr lvl="7">
              <a:spcBef>
                <a:spcPts val="0"/>
              </a:spcBef>
              <a:spcAft>
                <a:spcPts val="0"/>
              </a:spcAft>
              <a:buSzPts val="5300"/>
              <a:buNone/>
              <a:defRPr sz="5300"/>
            </a:lvl8pPr>
            <a:lvl9pPr lvl="8">
              <a:spcBef>
                <a:spcPts val="0"/>
              </a:spcBef>
              <a:spcAft>
                <a:spcPts val="0"/>
              </a:spcAft>
              <a:buSzPts val="5300"/>
              <a:buNone/>
              <a:defRPr sz="5300"/>
            </a:lvl9pPr>
          </a:lstStyle>
          <a:p/>
        </p:txBody>
      </p:sp>
      <p:sp>
        <p:nvSpPr>
          <p:cNvPr id="17" name="Google Shape;17;gea6b2e9c20_0_400"/>
          <p:cNvSpPr txBox="1"/>
          <p:nvPr>
            <p:ph idx="1" type="subTitle"/>
          </p:nvPr>
        </p:nvSpPr>
        <p:spPr>
          <a:xfrm>
            <a:off x="6778600" y="5233233"/>
            <a:ext cx="4627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18" name="Google Shape;18;gea6b2e9c20_0_40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gea6b2e9c20_0_410"/>
          <p:cNvGrpSpPr/>
          <p:nvPr/>
        </p:nvGrpSpPr>
        <p:grpSpPr>
          <a:xfrm>
            <a:off x="5875053" y="0"/>
            <a:ext cx="6316642" cy="6857248"/>
            <a:chOff x="4406400" y="0"/>
            <a:chExt cx="4737600" cy="5143065"/>
          </a:xfrm>
        </p:grpSpPr>
        <p:sp>
          <p:nvSpPr>
            <p:cNvPr id="21" name="Google Shape;21;gea6b2e9c20_0_410"/>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 name="Google Shape;22;gea6b2e9c20_0_410"/>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 name="Google Shape;23;gea6b2e9c20_0_410"/>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4" name="Google Shape;24;gea6b2e9c20_0_410"/>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5" name="Google Shape;25;gea6b2e9c20_0_410"/>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gea6b2e9c20_0_410"/>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gea6b2e9c20_0_410"/>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gea6b2e9c20_0_410"/>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gea6b2e9c20_0_410"/>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gea6b2e9c20_0_410"/>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ea6b2e9c20_0_410"/>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 name="Google Shape;32;gea6b2e9c20_0_410"/>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 name="Google Shape;33;gea6b2e9c20_0_410"/>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ea6b2e9c20_0_410"/>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ea6b2e9c20_0_410"/>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gea6b2e9c20_0_410"/>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ea6b2e9c20_0_410"/>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ea6b2e9c20_0_410"/>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9" name="Google Shape;39;gea6b2e9c20_0_410"/>
          <p:cNvSpPr txBox="1"/>
          <p:nvPr>
            <p:ph type="title"/>
          </p:nvPr>
        </p:nvSpPr>
        <p:spPr>
          <a:xfrm>
            <a:off x="1098467" y="2737333"/>
            <a:ext cx="6116100" cy="15315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40" name="Google Shape;40;gea6b2e9c20_0_41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gea6b2e9c20_0_432"/>
          <p:cNvGrpSpPr/>
          <p:nvPr/>
        </p:nvGrpSpPr>
        <p:grpSpPr>
          <a:xfrm>
            <a:off x="0" y="507989"/>
            <a:ext cx="1383765" cy="1355016"/>
            <a:chOff x="0" y="381001"/>
            <a:chExt cx="1037850" cy="1016287"/>
          </a:xfrm>
        </p:grpSpPr>
        <p:sp>
          <p:nvSpPr>
            <p:cNvPr id="43" name="Google Shape;43;gea6b2e9c20_0_432"/>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gea6b2e9c20_0_432"/>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5" name="Google Shape;45;gea6b2e9c20_0_432"/>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46" name="Google Shape;46;gea6b2e9c20_0_432"/>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47" name="Google Shape;47;gea6b2e9c20_0_43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gea6b2e9c20_0_439"/>
          <p:cNvGrpSpPr/>
          <p:nvPr/>
        </p:nvGrpSpPr>
        <p:grpSpPr>
          <a:xfrm>
            <a:off x="0" y="507989"/>
            <a:ext cx="1383765" cy="1355016"/>
            <a:chOff x="0" y="381001"/>
            <a:chExt cx="1037850" cy="1016287"/>
          </a:xfrm>
        </p:grpSpPr>
        <p:sp>
          <p:nvSpPr>
            <p:cNvPr id="50" name="Google Shape;50;gea6b2e9c20_0_439"/>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gea6b2e9c20_0_439"/>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2" name="Google Shape;52;gea6b2e9c20_0_439"/>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3" name="Google Shape;53;gea6b2e9c20_0_439"/>
          <p:cNvSpPr txBox="1"/>
          <p:nvPr>
            <p:ph idx="1" type="body"/>
          </p:nvPr>
        </p:nvSpPr>
        <p:spPr>
          <a:xfrm>
            <a:off x="1730000"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4" name="Google Shape;54;gea6b2e9c20_0_439"/>
          <p:cNvSpPr txBox="1"/>
          <p:nvPr>
            <p:ph idx="2" type="body"/>
          </p:nvPr>
        </p:nvSpPr>
        <p:spPr>
          <a:xfrm>
            <a:off x="6577628" y="2090067"/>
            <a:ext cx="4537500" cy="38817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55" name="Google Shape;55;gea6b2e9c20_0_43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gea6b2e9c20_0_447"/>
          <p:cNvGrpSpPr/>
          <p:nvPr/>
        </p:nvGrpSpPr>
        <p:grpSpPr>
          <a:xfrm>
            <a:off x="0" y="507989"/>
            <a:ext cx="1383765" cy="1355016"/>
            <a:chOff x="0" y="381001"/>
            <a:chExt cx="1037850" cy="1016287"/>
          </a:xfrm>
        </p:grpSpPr>
        <p:sp>
          <p:nvSpPr>
            <p:cNvPr id="58" name="Google Shape;58;gea6b2e9c20_0_447"/>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gea6b2e9c20_0_447"/>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0" name="Google Shape;60;gea6b2e9c20_0_447"/>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1" name="Google Shape;61;gea6b2e9c20_0_447"/>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gea6b2e9c20_0_453"/>
          <p:cNvGrpSpPr/>
          <p:nvPr/>
        </p:nvGrpSpPr>
        <p:grpSpPr>
          <a:xfrm>
            <a:off x="0" y="507989"/>
            <a:ext cx="1383765" cy="1355016"/>
            <a:chOff x="0" y="381001"/>
            <a:chExt cx="1037850" cy="1016287"/>
          </a:xfrm>
        </p:grpSpPr>
        <p:sp>
          <p:nvSpPr>
            <p:cNvPr id="64" name="Google Shape;64;gea6b2e9c20_0_453"/>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gea6b2e9c20_0_453"/>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6" name="Google Shape;66;gea6b2e9c20_0_453"/>
          <p:cNvSpPr txBox="1"/>
          <p:nvPr>
            <p:ph type="title"/>
          </p:nvPr>
        </p:nvSpPr>
        <p:spPr>
          <a:xfrm>
            <a:off x="1730000" y="525000"/>
            <a:ext cx="5065200" cy="19908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67" name="Google Shape;67;gea6b2e9c20_0_453"/>
          <p:cNvSpPr txBox="1"/>
          <p:nvPr>
            <p:ph idx="1" type="body"/>
          </p:nvPr>
        </p:nvSpPr>
        <p:spPr>
          <a:xfrm>
            <a:off x="1730000" y="2630067"/>
            <a:ext cx="5065200" cy="3221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68" name="Google Shape;68;gea6b2e9c20_0_453"/>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gea6b2e9c20_0_460"/>
          <p:cNvGrpSpPr/>
          <p:nvPr/>
        </p:nvGrpSpPr>
        <p:grpSpPr>
          <a:xfrm>
            <a:off x="5875053" y="0"/>
            <a:ext cx="6316642" cy="6857829"/>
            <a:chOff x="4406400" y="0"/>
            <a:chExt cx="4737600" cy="5143500"/>
          </a:xfrm>
        </p:grpSpPr>
        <p:sp>
          <p:nvSpPr>
            <p:cNvPr id="71" name="Google Shape;71;gea6b2e9c20_0_46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 name="Google Shape;72;gea6b2e9c20_0_46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gea6b2e9c20_0_46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gea6b2e9c20_0_46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 name="Google Shape;75;gea6b2e9c20_0_46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gea6b2e9c20_0_46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ea6b2e9c20_0_46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gea6b2e9c20_0_460"/>
            <p:cNvSpPr/>
            <p:nvPr/>
          </p:nvSpPr>
          <p:spPr>
            <a:xfrm flipH="1">
              <a:off x="6908099" y="2069680"/>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gea6b2e9c20_0_46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gea6b2e9c20_0_46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gea6b2e9c20_0_46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gea6b2e9c20_0_46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gea6b2e9c20_0_46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ea6b2e9c20_0_46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gea6b2e9c20_0_46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 name="Google Shape;86;gea6b2e9c20_0_46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ea6b2e9c20_0_46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gea6b2e9c20_0_46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9" name="Google Shape;89;gea6b2e9c20_0_460"/>
          <p:cNvSpPr txBox="1"/>
          <p:nvPr>
            <p:ph type="title"/>
          </p:nvPr>
        </p:nvSpPr>
        <p:spPr>
          <a:xfrm>
            <a:off x="1098467" y="1155700"/>
            <a:ext cx="6116100" cy="4694700"/>
          </a:xfrm>
          <a:prstGeom prst="rect">
            <a:avLst/>
          </a:prstGeom>
        </p:spPr>
        <p:txBody>
          <a:bodyPr anchorCtr="0" anchor="ctr"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90" name="Google Shape;90;gea6b2e9c20_0_46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gea6b2e9c20_0_482"/>
          <p:cNvGrpSpPr/>
          <p:nvPr/>
        </p:nvGrpSpPr>
        <p:grpSpPr>
          <a:xfrm>
            <a:off x="0" y="507989"/>
            <a:ext cx="1383765" cy="1355016"/>
            <a:chOff x="0" y="381001"/>
            <a:chExt cx="1037850" cy="1016287"/>
          </a:xfrm>
        </p:grpSpPr>
        <p:sp>
          <p:nvSpPr>
            <p:cNvPr id="93" name="Google Shape;93;gea6b2e9c20_0_482"/>
            <p:cNvSpPr/>
            <p:nvPr/>
          </p:nvSpPr>
          <p:spPr>
            <a:xfrm rot="-5400000">
              <a:off x="0" y="381001"/>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 name="Google Shape;94;gea6b2e9c20_0_482"/>
            <p:cNvSpPr/>
            <p:nvPr/>
          </p:nvSpPr>
          <p:spPr>
            <a:xfrm flipH="1">
              <a:off x="229050" y="588489"/>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5" name="Google Shape;95;gea6b2e9c20_0_482"/>
          <p:cNvSpPr txBox="1"/>
          <p:nvPr>
            <p:ph type="title"/>
          </p:nvPr>
        </p:nvSpPr>
        <p:spPr>
          <a:xfrm>
            <a:off x="1730000" y="2211100"/>
            <a:ext cx="4048500" cy="2335500"/>
          </a:xfrm>
          <a:prstGeom prst="rect">
            <a:avLst/>
          </a:prstGeom>
        </p:spPr>
        <p:txBody>
          <a:bodyPr anchorCtr="0" anchor="t"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96" name="Google Shape;96;gea6b2e9c20_0_482"/>
          <p:cNvSpPr txBox="1"/>
          <p:nvPr>
            <p:ph idx="1" type="subTitle"/>
          </p:nvPr>
        </p:nvSpPr>
        <p:spPr>
          <a:xfrm>
            <a:off x="1730000" y="4717333"/>
            <a:ext cx="4048500" cy="6747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SzPts val="1700"/>
              <a:buNone/>
              <a:defRPr/>
            </a:lvl1pPr>
            <a:lvl2pPr lvl="1">
              <a:lnSpc>
                <a:spcPct val="100000"/>
              </a:lnSpc>
              <a:spcBef>
                <a:spcPts val="0"/>
              </a:spcBef>
              <a:spcAft>
                <a:spcPts val="0"/>
              </a:spcAft>
              <a:buSzPts val="1700"/>
              <a:buNone/>
              <a:defRPr sz="1700"/>
            </a:lvl2pPr>
            <a:lvl3pPr lvl="2">
              <a:lnSpc>
                <a:spcPct val="100000"/>
              </a:lnSpc>
              <a:spcBef>
                <a:spcPts val="0"/>
              </a:spcBef>
              <a:spcAft>
                <a:spcPts val="0"/>
              </a:spcAft>
              <a:buSzPts val="1700"/>
              <a:buNone/>
              <a:defRPr sz="1700"/>
            </a:lvl3pPr>
            <a:lvl4pPr lvl="3">
              <a:lnSpc>
                <a:spcPct val="100000"/>
              </a:lnSpc>
              <a:spcBef>
                <a:spcPts val="0"/>
              </a:spcBef>
              <a:spcAft>
                <a:spcPts val="0"/>
              </a:spcAft>
              <a:buSzPts val="1700"/>
              <a:buNone/>
              <a:defRPr sz="1700"/>
            </a:lvl4pPr>
            <a:lvl5pPr lvl="4">
              <a:lnSpc>
                <a:spcPct val="100000"/>
              </a:lnSpc>
              <a:spcBef>
                <a:spcPts val="0"/>
              </a:spcBef>
              <a:spcAft>
                <a:spcPts val="0"/>
              </a:spcAft>
              <a:buSzPts val="1700"/>
              <a:buNone/>
              <a:defRPr sz="1700"/>
            </a:lvl5pPr>
            <a:lvl6pPr lvl="5">
              <a:lnSpc>
                <a:spcPct val="100000"/>
              </a:lnSpc>
              <a:spcBef>
                <a:spcPts val="0"/>
              </a:spcBef>
              <a:spcAft>
                <a:spcPts val="0"/>
              </a:spcAft>
              <a:buSzPts val="1700"/>
              <a:buNone/>
              <a:defRPr sz="1700"/>
            </a:lvl6pPr>
            <a:lvl7pPr lvl="6">
              <a:lnSpc>
                <a:spcPct val="100000"/>
              </a:lnSpc>
              <a:spcBef>
                <a:spcPts val="0"/>
              </a:spcBef>
              <a:spcAft>
                <a:spcPts val="0"/>
              </a:spcAft>
              <a:buSzPts val="1700"/>
              <a:buNone/>
              <a:defRPr sz="1700"/>
            </a:lvl7pPr>
            <a:lvl8pPr lvl="7">
              <a:lnSpc>
                <a:spcPct val="100000"/>
              </a:lnSpc>
              <a:spcBef>
                <a:spcPts val="0"/>
              </a:spcBef>
              <a:spcAft>
                <a:spcPts val="0"/>
              </a:spcAft>
              <a:buSzPts val="1700"/>
              <a:buNone/>
              <a:defRPr sz="1700"/>
            </a:lvl8pPr>
            <a:lvl9pPr lvl="8">
              <a:lnSpc>
                <a:spcPct val="100000"/>
              </a:lnSpc>
              <a:spcBef>
                <a:spcPts val="0"/>
              </a:spcBef>
              <a:spcAft>
                <a:spcPts val="0"/>
              </a:spcAft>
              <a:buSzPts val="1700"/>
              <a:buNone/>
              <a:defRPr sz="1700"/>
            </a:lvl9pPr>
          </a:lstStyle>
          <a:p/>
        </p:txBody>
      </p:sp>
      <p:sp>
        <p:nvSpPr>
          <p:cNvPr id="97" name="Google Shape;97;gea6b2e9c20_0_482"/>
          <p:cNvSpPr txBox="1"/>
          <p:nvPr>
            <p:ph idx="2" type="body"/>
          </p:nvPr>
        </p:nvSpPr>
        <p:spPr>
          <a:xfrm>
            <a:off x="6197600" y="2262133"/>
            <a:ext cx="4902300" cy="31299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98" name="Google Shape;98;gea6b2e9c20_0_482"/>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gea6b2e9c20_0_490"/>
          <p:cNvGrpSpPr/>
          <p:nvPr/>
        </p:nvGrpSpPr>
        <p:grpSpPr>
          <a:xfrm>
            <a:off x="0" y="5504636"/>
            <a:ext cx="931877" cy="912853"/>
            <a:chOff x="0" y="3785672"/>
            <a:chExt cx="698925" cy="684657"/>
          </a:xfrm>
        </p:grpSpPr>
        <p:sp>
          <p:nvSpPr>
            <p:cNvPr id="101" name="Google Shape;101;gea6b2e9c20_0_49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 name="Google Shape;102;gea6b2e9c20_0_49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3" name="Google Shape;103;gea6b2e9c20_0_490"/>
          <p:cNvSpPr txBox="1"/>
          <p:nvPr>
            <p:ph idx="1" type="body"/>
          </p:nvPr>
        </p:nvSpPr>
        <p:spPr>
          <a:xfrm>
            <a:off x="1083633" y="5740500"/>
            <a:ext cx="9248100" cy="6984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1700"/>
              <a:buNone/>
              <a:defRPr/>
            </a:lvl1pPr>
          </a:lstStyle>
          <a:p/>
        </p:txBody>
      </p:sp>
      <p:sp>
        <p:nvSpPr>
          <p:cNvPr id="104" name="Google Shape;104;gea6b2e9c20_0_490"/>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gea6b2e9c20_0_496"/>
          <p:cNvGrpSpPr/>
          <p:nvPr/>
        </p:nvGrpSpPr>
        <p:grpSpPr>
          <a:xfrm>
            <a:off x="5875053" y="0"/>
            <a:ext cx="6316642" cy="6857248"/>
            <a:chOff x="4406400" y="0"/>
            <a:chExt cx="4737600" cy="5143065"/>
          </a:xfrm>
        </p:grpSpPr>
        <p:sp>
          <p:nvSpPr>
            <p:cNvPr id="107" name="Google Shape;107;gea6b2e9c20_0_496"/>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 name="Google Shape;108;gea6b2e9c20_0_496"/>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 name="Google Shape;109;gea6b2e9c20_0_496"/>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 name="Google Shape;110;gea6b2e9c20_0_496"/>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 name="Google Shape;111;gea6b2e9c20_0_496"/>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ea6b2e9c20_0_496"/>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gea6b2e9c20_0_496"/>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gea6b2e9c20_0_496"/>
            <p:cNvSpPr/>
            <p:nvPr/>
          </p:nvSpPr>
          <p:spPr>
            <a:xfrm flipH="1">
              <a:off x="6908099" y="2069505"/>
              <a:ext cx="808800" cy="808800"/>
            </a:xfrm>
            <a:prstGeom prst="diagStripe">
              <a:avLst>
                <a:gd fmla="val 50000" name="adj"/>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 name="Google Shape;115;gea6b2e9c20_0_496"/>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ea6b2e9c20_0_496"/>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gea6b2e9c20_0_496"/>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gea6b2e9c20_0_496"/>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gea6b2e9c20_0_496"/>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 name="Google Shape;120;gea6b2e9c20_0_496"/>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 name="Google Shape;121;gea6b2e9c20_0_496"/>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 name="Google Shape;122;gea6b2e9c20_0_496"/>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 name="Google Shape;123;gea6b2e9c20_0_496"/>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 name="Google Shape;124;gea6b2e9c20_0_496"/>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5" name="Google Shape;125;gea6b2e9c20_0_496"/>
          <p:cNvSpPr txBox="1"/>
          <p:nvPr>
            <p:ph hasCustomPrompt="1" type="title"/>
          </p:nvPr>
        </p:nvSpPr>
        <p:spPr>
          <a:xfrm>
            <a:off x="1098467" y="1712900"/>
            <a:ext cx="6368100" cy="1734300"/>
          </a:xfrm>
          <a:prstGeom prst="rect">
            <a:avLst/>
          </a:prstGeom>
        </p:spPr>
        <p:txBody>
          <a:bodyPr anchorCtr="0" anchor="t" bIns="121900" lIns="121900" spcFirstLastPara="1" rIns="121900" wrap="square" tIns="121900">
            <a:normAutofit/>
          </a:bodyPr>
          <a:lstStyle>
            <a:lvl1pPr lvl="0">
              <a:spcBef>
                <a:spcPts val="0"/>
              </a:spcBef>
              <a:spcAft>
                <a:spcPts val="0"/>
              </a:spcAft>
              <a:buSzPts val="10700"/>
              <a:buNone/>
              <a:defRPr sz="10700"/>
            </a:lvl1pPr>
            <a:lvl2pPr lvl="1">
              <a:spcBef>
                <a:spcPts val="0"/>
              </a:spcBef>
              <a:spcAft>
                <a:spcPts val="0"/>
              </a:spcAft>
              <a:buSzPts val="10700"/>
              <a:buNone/>
              <a:defRPr sz="10700"/>
            </a:lvl2pPr>
            <a:lvl3pPr lvl="2">
              <a:spcBef>
                <a:spcPts val="0"/>
              </a:spcBef>
              <a:spcAft>
                <a:spcPts val="0"/>
              </a:spcAft>
              <a:buSzPts val="10700"/>
              <a:buNone/>
              <a:defRPr sz="10700"/>
            </a:lvl3pPr>
            <a:lvl4pPr lvl="3">
              <a:spcBef>
                <a:spcPts val="0"/>
              </a:spcBef>
              <a:spcAft>
                <a:spcPts val="0"/>
              </a:spcAft>
              <a:buSzPts val="10700"/>
              <a:buNone/>
              <a:defRPr sz="10700"/>
            </a:lvl4pPr>
            <a:lvl5pPr lvl="4">
              <a:spcBef>
                <a:spcPts val="0"/>
              </a:spcBef>
              <a:spcAft>
                <a:spcPts val="0"/>
              </a:spcAft>
              <a:buSzPts val="10700"/>
              <a:buNone/>
              <a:defRPr sz="10700"/>
            </a:lvl5pPr>
            <a:lvl6pPr lvl="5">
              <a:spcBef>
                <a:spcPts val="0"/>
              </a:spcBef>
              <a:spcAft>
                <a:spcPts val="0"/>
              </a:spcAft>
              <a:buSzPts val="10700"/>
              <a:buNone/>
              <a:defRPr sz="10700"/>
            </a:lvl6pPr>
            <a:lvl7pPr lvl="6">
              <a:spcBef>
                <a:spcPts val="0"/>
              </a:spcBef>
              <a:spcAft>
                <a:spcPts val="0"/>
              </a:spcAft>
              <a:buSzPts val="10700"/>
              <a:buNone/>
              <a:defRPr sz="10700"/>
            </a:lvl7pPr>
            <a:lvl8pPr lvl="7">
              <a:spcBef>
                <a:spcPts val="0"/>
              </a:spcBef>
              <a:spcAft>
                <a:spcPts val="0"/>
              </a:spcAft>
              <a:buSzPts val="10700"/>
              <a:buNone/>
              <a:defRPr sz="10700"/>
            </a:lvl8pPr>
            <a:lvl9pPr lvl="8">
              <a:spcBef>
                <a:spcPts val="0"/>
              </a:spcBef>
              <a:spcAft>
                <a:spcPts val="0"/>
              </a:spcAft>
              <a:buSzPts val="10700"/>
              <a:buNone/>
              <a:defRPr sz="10700"/>
            </a:lvl9pPr>
          </a:lstStyle>
          <a:p>
            <a:r>
              <a:t>xx%</a:t>
            </a:r>
          </a:p>
        </p:txBody>
      </p:sp>
      <p:sp>
        <p:nvSpPr>
          <p:cNvPr id="126" name="Google Shape;126;gea6b2e9c20_0_496"/>
          <p:cNvSpPr txBox="1"/>
          <p:nvPr>
            <p:ph idx="1" type="body"/>
          </p:nvPr>
        </p:nvSpPr>
        <p:spPr>
          <a:xfrm>
            <a:off x="1098467" y="3524166"/>
            <a:ext cx="6368100" cy="1625100"/>
          </a:xfrm>
          <a:prstGeom prst="rect">
            <a:avLst/>
          </a:prstGeom>
        </p:spPr>
        <p:txBody>
          <a:bodyPr anchorCtr="0" anchor="t" bIns="121900" lIns="121900" spcFirstLastPara="1" rIns="121900" wrap="square" tIns="121900">
            <a:normAutofit/>
          </a:bodyPr>
          <a:lstStyle>
            <a:lvl1pPr indent="-336550" lvl="0" marL="457200">
              <a:spcBef>
                <a:spcPts val="0"/>
              </a:spcBef>
              <a:spcAft>
                <a:spcPts val="0"/>
              </a:spcAft>
              <a:buSzPts val="1700"/>
              <a:buChar char="●"/>
              <a:defRPr/>
            </a:lvl1pPr>
            <a:lvl2pPr indent="-323850" lvl="1" marL="914400">
              <a:spcBef>
                <a:spcPts val="0"/>
              </a:spcBef>
              <a:spcAft>
                <a:spcPts val="0"/>
              </a:spcAft>
              <a:buSzPts val="1500"/>
              <a:buChar char="○"/>
              <a:defRPr/>
            </a:lvl2pPr>
            <a:lvl3pPr indent="-323850" lvl="2" marL="1371600">
              <a:spcBef>
                <a:spcPts val="0"/>
              </a:spcBef>
              <a:spcAft>
                <a:spcPts val="0"/>
              </a:spcAft>
              <a:buSzPts val="1500"/>
              <a:buChar char="■"/>
              <a:defRPr/>
            </a:lvl3pPr>
            <a:lvl4pPr indent="-323850" lvl="3" marL="1828800">
              <a:spcBef>
                <a:spcPts val="0"/>
              </a:spcBef>
              <a:spcAft>
                <a:spcPts val="0"/>
              </a:spcAft>
              <a:buSzPts val="1500"/>
              <a:buChar char="●"/>
              <a:defRPr/>
            </a:lvl4pPr>
            <a:lvl5pPr indent="-323850" lvl="4" marL="2286000">
              <a:spcBef>
                <a:spcPts val="0"/>
              </a:spcBef>
              <a:spcAft>
                <a:spcPts val="0"/>
              </a:spcAft>
              <a:buSzPts val="1500"/>
              <a:buChar char="○"/>
              <a:defRPr/>
            </a:lvl5pPr>
            <a:lvl6pPr indent="-323850" lvl="5" marL="2743200">
              <a:spcBef>
                <a:spcPts val="0"/>
              </a:spcBef>
              <a:spcAft>
                <a:spcPts val="0"/>
              </a:spcAft>
              <a:buSzPts val="1500"/>
              <a:buChar char="■"/>
              <a:defRPr/>
            </a:lvl6pPr>
            <a:lvl7pPr indent="-323850" lvl="6" marL="3200400">
              <a:spcBef>
                <a:spcPts val="0"/>
              </a:spcBef>
              <a:spcAft>
                <a:spcPts val="0"/>
              </a:spcAft>
              <a:buSzPts val="1500"/>
              <a:buChar char="●"/>
              <a:defRPr/>
            </a:lvl7pPr>
            <a:lvl8pPr indent="-323850" lvl="7" marL="3657600">
              <a:spcBef>
                <a:spcPts val="0"/>
              </a:spcBef>
              <a:spcAft>
                <a:spcPts val="0"/>
              </a:spcAft>
              <a:buSzPts val="1500"/>
              <a:buChar char="○"/>
              <a:defRPr/>
            </a:lvl8pPr>
            <a:lvl9pPr indent="-323850" lvl="8" marL="4114800">
              <a:spcBef>
                <a:spcPts val="0"/>
              </a:spcBef>
              <a:spcAft>
                <a:spcPts val="0"/>
              </a:spcAft>
              <a:buSzPts val="1500"/>
              <a:buChar char="■"/>
              <a:defRPr/>
            </a:lvl9pPr>
          </a:lstStyle>
          <a:p/>
        </p:txBody>
      </p:sp>
      <p:sp>
        <p:nvSpPr>
          <p:cNvPr id="127" name="Google Shape;127;gea6b2e9c20_0_496"/>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gea6b2e9c20_0_519"/>
          <p:cNvSpPr txBox="1"/>
          <p:nvPr>
            <p:ph idx="12" type="sldNum"/>
          </p:nvPr>
        </p:nvSpPr>
        <p:spPr>
          <a:xfrm>
            <a:off x="11296610" y="6217622"/>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0" name="Shape 130"/>
        <p:cNvGrpSpPr/>
        <p:nvPr/>
      </p:nvGrpSpPr>
      <p:grpSpPr>
        <a:xfrm>
          <a:off x="0" y="0"/>
          <a:ext cx="0" cy="0"/>
          <a:chOff x="0" y="0"/>
          <a:chExt cx="0" cy="0"/>
        </a:xfrm>
      </p:grpSpPr>
      <p:pic>
        <p:nvPicPr>
          <p:cNvPr descr="Droplets-HD-Content-R1d.png" id="131" name="Google Shape;131;gea6b2e9c20_0_521"/>
          <p:cNvPicPr preferRelativeResize="0"/>
          <p:nvPr/>
        </p:nvPicPr>
        <p:blipFill rotWithShape="1">
          <a:blip r:embed="rId2">
            <a:alphaModFix/>
          </a:blip>
          <a:srcRect b="0" l="0" r="0" t="0"/>
          <a:stretch/>
        </p:blipFill>
        <p:spPr>
          <a:xfrm>
            <a:off x="0" y="0"/>
            <a:ext cx="12192000" cy="6858000"/>
          </a:xfrm>
          <a:prstGeom prst="rect">
            <a:avLst/>
          </a:prstGeom>
          <a:noFill/>
          <a:ln>
            <a:noFill/>
          </a:ln>
        </p:spPr>
      </p:pic>
      <p:sp>
        <p:nvSpPr>
          <p:cNvPr id="132" name="Google Shape;132;gea6b2e9c20_0_521"/>
          <p:cNvSpPr txBox="1"/>
          <p:nvPr>
            <p:ph type="title"/>
          </p:nvPr>
        </p:nvSpPr>
        <p:spPr>
          <a:xfrm>
            <a:off x="913775" y="618517"/>
            <a:ext cx="10364400" cy="1596300"/>
          </a:xfrm>
          <a:prstGeom prst="rect">
            <a:avLst/>
          </a:prstGeom>
          <a:noFill/>
          <a:ln>
            <a:noFill/>
          </a:ln>
        </p:spPr>
        <p:txBody>
          <a:bodyPr anchorCtr="0" anchor="ctr" bIns="45700" lIns="91425" spcFirstLastPara="1" rIns="91425" wrap="square" tIns="45700">
            <a:normAutofit/>
          </a:bodyPr>
          <a:lstStyle>
            <a:lvl1pPr lvl="0" rtl="0" algn="ctr">
              <a:lnSpc>
                <a:spcPct val="90000"/>
              </a:lnSpc>
              <a:spcBef>
                <a:spcPts val="0"/>
              </a:spcBef>
              <a:spcAft>
                <a:spcPts val="0"/>
              </a:spcAft>
              <a:buClr>
                <a:schemeClr val="dk1"/>
              </a:buClr>
              <a:buSzPts val="1800"/>
              <a:buNone/>
              <a:defRPr/>
            </a:lvl1pPr>
            <a:lvl2pPr lvl="1" rtl="0">
              <a:spcBef>
                <a:spcPts val="0"/>
              </a:spcBef>
              <a:spcAft>
                <a:spcPts val="0"/>
              </a:spcAft>
              <a:buSzPts val="3700"/>
              <a:buNone/>
              <a:defRPr/>
            </a:lvl2pPr>
            <a:lvl3pPr lvl="2" rtl="0">
              <a:spcBef>
                <a:spcPts val="0"/>
              </a:spcBef>
              <a:spcAft>
                <a:spcPts val="0"/>
              </a:spcAft>
              <a:buSzPts val="3700"/>
              <a:buNone/>
              <a:defRPr/>
            </a:lvl3pPr>
            <a:lvl4pPr lvl="3" rtl="0">
              <a:spcBef>
                <a:spcPts val="0"/>
              </a:spcBef>
              <a:spcAft>
                <a:spcPts val="0"/>
              </a:spcAft>
              <a:buSzPts val="3700"/>
              <a:buNone/>
              <a:defRPr/>
            </a:lvl4pPr>
            <a:lvl5pPr lvl="4" rtl="0">
              <a:spcBef>
                <a:spcPts val="0"/>
              </a:spcBef>
              <a:spcAft>
                <a:spcPts val="0"/>
              </a:spcAft>
              <a:buSzPts val="3700"/>
              <a:buNone/>
              <a:defRPr/>
            </a:lvl5pPr>
            <a:lvl6pPr lvl="5" rtl="0">
              <a:spcBef>
                <a:spcPts val="0"/>
              </a:spcBef>
              <a:spcAft>
                <a:spcPts val="0"/>
              </a:spcAft>
              <a:buSzPts val="3700"/>
              <a:buNone/>
              <a:defRPr/>
            </a:lvl6pPr>
            <a:lvl7pPr lvl="6" rtl="0">
              <a:spcBef>
                <a:spcPts val="0"/>
              </a:spcBef>
              <a:spcAft>
                <a:spcPts val="0"/>
              </a:spcAft>
              <a:buSzPts val="3700"/>
              <a:buNone/>
              <a:defRPr/>
            </a:lvl7pPr>
            <a:lvl8pPr lvl="7" rtl="0">
              <a:spcBef>
                <a:spcPts val="0"/>
              </a:spcBef>
              <a:spcAft>
                <a:spcPts val="0"/>
              </a:spcAft>
              <a:buSzPts val="3700"/>
              <a:buNone/>
              <a:defRPr/>
            </a:lvl8pPr>
            <a:lvl9pPr lvl="8" rtl="0">
              <a:spcBef>
                <a:spcPts val="0"/>
              </a:spcBef>
              <a:spcAft>
                <a:spcPts val="0"/>
              </a:spcAft>
              <a:buSzPts val="3700"/>
              <a:buNone/>
              <a:defRPr/>
            </a:lvl9pPr>
          </a:lstStyle>
          <a:p/>
        </p:txBody>
      </p:sp>
      <p:sp>
        <p:nvSpPr>
          <p:cNvPr id="133" name="Google Shape;133;gea6b2e9c20_0_521"/>
          <p:cNvSpPr txBox="1"/>
          <p:nvPr>
            <p:ph idx="1" type="body"/>
          </p:nvPr>
        </p:nvSpPr>
        <p:spPr>
          <a:xfrm>
            <a:off x="913774" y="2367092"/>
            <a:ext cx="10363800" cy="3424200"/>
          </a:xfrm>
          <a:prstGeom prst="rect">
            <a:avLst/>
          </a:prstGeom>
          <a:noFill/>
          <a:ln>
            <a:noFill/>
          </a:ln>
        </p:spPr>
        <p:txBody>
          <a:bodyPr anchorCtr="0" anchor="t" bIns="45700" lIns="91425" spcFirstLastPara="1" rIns="91425" wrap="square" tIns="45700">
            <a:normAutofit/>
          </a:bodyPr>
          <a:lstStyle>
            <a:lvl1pPr indent="-342900" lvl="0" marL="457200" rtl="0" algn="l">
              <a:lnSpc>
                <a:spcPct val="120000"/>
              </a:lnSpc>
              <a:spcBef>
                <a:spcPts val="1000"/>
              </a:spcBef>
              <a:spcAft>
                <a:spcPts val="0"/>
              </a:spcAft>
              <a:buSzPts val="1800"/>
              <a:buChar char="●"/>
              <a:defRPr/>
            </a:lvl1pPr>
            <a:lvl2pPr indent="-342900" lvl="1" marL="914400" rtl="0" algn="l">
              <a:lnSpc>
                <a:spcPct val="120000"/>
              </a:lnSpc>
              <a:spcBef>
                <a:spcPts val="1600"/>
              </a:spcBef>
              <a:spcAft>
                <a:spcPts val="0"/>
              </a:spcAft>
              <a:buSzPts val="1800"/>
              <a:buChar char="○"/>
              <a:defRPr/>
            </a:lvl2pPr>
            <a:lvl3pPr indent="-342900" lvl="2" marL="1371600" rtl="0" algn="l">
              <a:lnSpc>
                <a:spcPct val="120000"/>
              </a:lnSpc>
              <a:spcBef>
                <a:spcPts val="1600"/>
              </a:spcBef>
              <a:spcAft>
                <a:spcPts val="0"/>
              </a:spcAft>
              <a:buSzPts val="1800"/>
              <a:buChar char="■"/>
              <a:defRPr/>
            </a:lvl3pPr>
            <a:lvl4pPr indent="-342900" lvl="3" marL="1828800" rtl="0" algn="l">
              <a:lnSpc>
                <a:spcPct val="120000"/>
              </a:lnSpc>
              <a:spcBef>
                <a:spcPts val="1600"/>
              </a:spcBef>
              <a:spcAft>
                <a:spcPts val="0"/>
              </a:spcAft>
              <a:buSzPts val="1800"/>
              <a:buChar char="●"/>
              <a:defRPr/>
            </a:lvl4pPr>
            <a:lvl5pPr indent="-342900" lvl="4" marL="2286000" rtl="0" algn="l">
              <a:lnSpc>
                <a:spcPct val="120000"/>
              </a:lnSpc>
              <a:spcBef>
                <a:spcPts val="1600"/>
              </a:spcBef>
              <a:spcAft>
                <a:spcPts val="0"/>
              </a:spcAft>
              <a:buSzPts val="1800"/>
              <a:buChar char="○"/>
              <a:defRPr/>
            </a:lvl5pPr>
            <a:lvl6pPr indent="-342900" lvl="5" marL="2743200" rtl="0" algn="l">
              <a:lnSpc>
                <a:spcPct val="120000"/>
              </a:lnSpc>
              <a:spcBef>
                <a:spcPts val="1600"/>
              </a:spcBef>
              <a:spcAft>
                <a:spcPts val="0"/>
              </a:spcAft>
              <a:buSzPts val="1800"/>
              <a:buChar char="■"/>
              <a:defRPr/>
            </a:lvl6pPr>
            <a:lvl7pPr indent="-342900" lvl="6" marL="3200400" rtl="0" algn="l">
              <a:lnSpc>
                <a:spcPct val="120000"/>
              </a:lnSpc>
              <a:spcBef>
                <a:spcPts val="1600"/>
              </a:spcBef>
              <a:spcAft>
                <a:spcPts val="0"/>
              </a:spcAft>
              <a:buSzPts val="1800"/>
              <a:buChar char="●"/>
              <a:defRPr/>
            </a:lvl7pPr>
            <a:lvl8pPr indent="-342900" lvl="7" marL="3657600" rtl="0" algn="l">
              <a:lnSpc>
                <a:spcPct val="120000"/>
              </a:lnSpc>
              <a:spcBef>
                <a:spcPts val="1600"/>
              </a:spcBef>
              <a:spcAft>
                <a:spcPts val="0"/>
              </a:spcAft>
              <a:buSzPts val="1800"/>
              <a:buChar char="○"/>
              <a:defRPr/>
            </a:lvl8pPr>
            <a:lvl9pPr indent="-342900" lvl="8" marL="4114800" rtl="0" algn="l">
              <a:lnSpc>
                <a:spcPct val="120000"/>
              </a:lnSpc>
              <a:spcBef>
                <a:spcPts val="1600"/>
              </a:spcBef>
              <a:spcAft>
                <a:spcPts val="1600"/>
              </a:spcAft>
              <a:buSzPts val="1800"/>
              <a:buChar char="■"/>
              <a:defRPr/>
            </a:lvl9pPr>
          </a:lstStyle>
          <a:p/>
        </p:txBody>
      </p:sp>
      <p:sp>
        <p:nvSpPr>
          <p:cNvPr id="134" name="Google Shape;134;gea6b2e9c20_0_521"/>
          <p:cNvSpPr txBox="1"/>
          <p:nvPr>
            <p:ph idx="10" type="dt"/>
          </p:nvPr>
        </p:nvSpPr>
        <p:spPr>
          <a:xfrm>
            <a:off x="7678737" y="5883275"/>
            <a:ext cx="2743200" cy="365100"/>
          </a:xfrm>
          <a:prstGeom prst="rect">
            <a:avLst/>
          </a:prstGeom>
          <a:noFill/>
          <a:ln>
            <a:noFill/>
          </a:ln>
        </p:spPr>
        <p:txBody>
          <a:bodyPr anchorCtr="0" anchor="ctr" bIns="45700" lIns="91425" spcFirstLastPara="1" rIns="91425" wrap="square" tIns="45700">
            <a:noAutofit/>
          </a:bodyPr>
          <a:lstStyle>
            <a:lvl1pPr lvl="0" rtl="0" algn="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5" name="Google Shape;135;gea6b2e9c20_0_521"/>
          <p:cNvSpPr txBox="1"/>
          <p:nvPr>
            <p:ph idx="11" type="ftr"/>
          </p:nvPr>
        </p:nvSpPr>
        <p:spPr>
          <a:xfrm>
            <a:off x="913774" y="5883275"/>
            <a:ext cx="66729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36" name="Google Shape;136;gea6b2e9c20_0_521"/>
          <p:cNvSpPr txBox="1"/>
          <p:nvPr>
            <p:ph idx="12" type="sldNum"/>
          </p:nvPr>
        </p:nvSpPr>
        <p:spPr>
          <a:xfrm>
            <a:off x="10514011" y="5883275"/>
            <a:ext cx="764100" cy="3651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gea6b2e9c20_0_39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1pPr>
            <a:lvl2pPr lvl="1">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2pPr>
            <a:lvl3pPr lvl="2">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3pPr>
            <a:lvl4pPr lvl="3">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4pPr>
            <a:lvl5pPr lvl="4">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5pPr>
            <a:lvl6pPr lvl="5">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6pPr>
            <a:lvl7pPr lvl="6">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7pPr>
            <a:lvl8pPr lvl="7">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8pPr>
            <a:lvl9pPr lvl="8">
              <a:spcBef>
                <a:spcPts val="0"/>
              </a:spcBef>
              <a:spcAft>
                <a:spcPts val="0"/>
              </a:spcAft>
              <a:buClr>
                <a:schemeClr val="lt1"/>
              </a:buClr>
              <a:buSzPts val="3700"/>
              <a:buFont typeface="Montserrat"/>
              <a:buNone/>
              <a:defRPr sz="3700">
                <a:solidFill>
                  <a:schemeClr val="lt1"/>
                </a:solidFill>
                <a:latin typeface="Montserrat"/>
                <a:ea typeface="Montserrat"/>
                <a:cs typeface="Montserrat"/>
                <a:sym typeface="Montserrat"/>
              </a:defRPr>
            </a:lvl9pPr>
          </a:lstStyle>
          <a:p/>
        </p:txBody>
      </p:sp>
      <p:sp>
        <p:nvSpPr>
          <p:cNvPr id="7" name="Google Shape;7;gea6b2e9c20_0_396"/>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36550" lvl="0" marL="457200">
              <a:lnSpc>
                <a:spcPct val="115000"/>
              </a:lnSpc>
              <a:spcBef>
                <a:spcPts val="0"/>
              </a:spcBef>
              <a:spcAft>
                <a:spcPts val="0"/>
              </a:spcAft>
              <a:buClr>
                <a:schemeClr val="lt1"/>
              </a:buClr>
              <a:buSzPts val="1700"/>
              <a:buFont typeface="Lato"/>
              <a:buChar char="●"/>
              <a:defRPr sz="1700">
                <a:solidFill>
                  <a:schemeClr val="lt1"/>
                </a:solidFill>
                <a:latin typeface="Lato"/>
                <a:ea typeface="Lato"/>
                <a:cs typeface="Lato"/>
                <a:sym typeface="Lato"/>
              </a:defRPr>
            </a:lvl1pPr>
            <a:lvl2pPr indent="-323850" lvl="1" marL="914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2pPr>
            <a:lvl3pPr indent="-323850" lvl="2" marL="1371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3pPr>
            <a:lvl4pPr indent="-323850" lvl="3" marL="1828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4pPr>
            <a:lvl5pPr indent="-323850" lvl="4" marL="22860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5pPr>
            <a:lvl6pPr indent="-323850" lvl="5" marL="27432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6pPr>
            <a:lvl7pPr indent="-323850" lvl="6" marL="32004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7pPr>
            <a:lvl8pPr indent="-323850" lvl="7" marL="36576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8pPr>
            <a:lvl9pPr indent="-323850" lvl="8" marL="4114800">
              <a:lnSpc>
                <a:spcPct val="115000"/>
              </a:lnSpc>
              <a:spcBef>
                <a:spcPts val="0"/>
              </a:spcBef>
              <a:spcAft>
                <a:spcPts val="0"/>
              </a:spcAft>
              <a:buClr>
                <a:schemeClr val="lt1"/>
              </a:buClr>
              <a:buSzPts val="1500"/>
              <a:buFont typeface="Lato"/>
              <a:buChar char="■"/>
              <a:defRPr sz="1500">
                <a:solidFill>
                  <a:schemeClr val="lt1"/>
                </a:solidFill>
                <a:latin typeface="Lato"/>
                <a:ea typeface="Lato"/>
                <a:cs typeface="Lato"/>
                <a:sym typeface="Lato"/>
              </a:defRPr>
            </a:lvl9pPr>
          </a:lstStyle>
          <a:p/>
        </p:txBody>
      </p:sp>
      <p:sp>
        <p:nvSpPr>
          <p:cNvPr id="8" name="Google Shape;8;gea6b2e9c20_0_396"/>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Lato"/>
                <a:ea typeface="Lato"/>
                <a:cs typeface="Lato"/>
                <a:sym typeface="Lato"/>
              </a:defRPr>
            </a:lvl1pPr>
            <a:lvl2pPr lvl="1" algn="r">
              <a:buNone/>
              <a:defRPr sz="1300">
                <a:solidFill>
                  <a:schemeClr val="lt1"/>
                </a:solidFill>
                <a:latin typeface="Lato"/>
                <a:ea typeface="Lato"/>
                <a:cs typeface="Lato"/>
                <a:sym typeface="Lato"/>
              </a:defRPr>
            </a:lvl2pPr>
            <a:lvl3pPr lvl="2" algn="r">
              <a:buNone/>
              <a:defRPr sz="1300">
                <a:solidFill>
                  <a:schemeClr val="lt1"/>
                </a:solidFill>
                <a:latin typeface="Lato"/>
                <a:ea typeface="Lato"/>
                <a:cs typeface="Lato"/>
                <a:sym typeface="Lato"/>
              </a:defRPr>
            </a:lvl3pPr>
            <a:lvl4pPr lvl="3" algn="r">
              <a:buNone/>
              <a:defRPr sz="1300">
                <a:solidFill>
                  <a:schemeClr val="lt1"/>
                </a:solidFill>
                <a:latin typeface="Lato"/>
                <a:ea typeface="Lato"/>
                <a:cs typeface="Lato"/>
                <a:sym typeface="Lato"/>
              </a:defRPr>
            </a:lvl4pPr>
            <a:lvl5pPr lvl="4" algn="r">
              <a:buNone/>
              <a:defRPr sz="1300">
                <a:solidFill>
                  <a:schemeClr val="lt1"/>
                </a:solidFill>
                <a:latin typeface="Lato"/>
                <a:ea typeface="Lato"/>
                <a:cs typeface="Lato"/>
                <a:sym typeface="Lato"/>
              </a:defRPr>
            </a:lvl5pPr>
            <a:lvl6pPr lvl="5" algn="r">
              <a:buNone/>
              <a:defRPr sz="1300">
                <a:solidFill>
                  <a:schemeClr val="lt1"/>
                </a:solidFill>
                <a:latin typeface="Lato"/>
                <a:ea typeface="Lato"/>
                <a:cs typeface="Lato"/>
                <a:sym typeface="Lato"/>
              </a:defRPr>
            </a:lvl6pPr>
            <a:lvl7pPr lvl="6" algn="r">
              <a:buNone/>
              <a:defRPr sz="1300">
                <a:solidFill>
                  <a:schemeClr val="lt1"/>
                </a:solidFill>
                <a:latin typeface="Lato"/>
                <a:ea typeface="Lato"/>
                <a:cs typeface="Lato"/>
                <a:sym typeface="Lato"/>
              </a:defRPr>
            </a:lvl7pPr>
            <a:lvl8pPr lvl="7" algn="r">
              <a:buNone/>
              <a:defRPr sz="1300">
                <a:solidFill>
                  <a:schemeClr val="lt1"/>
                </a:solidFill>
                <a:latin typeface="Lato"/>
                <a:ea typeface="Lato"/>
                <a:cs typeface="Lato"/>
                <a:sym typeface="Lato"/>
              </a:defRPr>
            </a:lvl8pPr>
            <a:lvl9pPr lvl="8" algn="r">
              <a:buNone/>
              <a:defRPr sz="13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www.onlineconversion.com/" TargetMode="External"/><Relationship Id="rId4" Type="http://schemas.openxmlformats.org/officeDocument/2006/relationships/hyperlink" Target="https://www.everythingconverter.com/" TargetMode="External"/><Relationship Id="rId5" Type="http://schemas.openxmlformats.org/officeDocument/2006/relationships/hyperlink" Target="https://www.calculatorsoup.com/calculators/conversions/index.php" TargetMode="External"/><Relationship Id="rId6" Type="http://schemas.openxmlformats.org/officeDocument/2006/relationships/hyperlink" Target="https://www.metric-conversions.org/time-conversion.htm" TargetMode="External"/><Relationship Id="rId7" Type="http://schemas.openxmlformats.org/officeDocument/2006/relationships/hyperlink" Target="https://www.digikey.com/en/resources/online-conversion-calculator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getbootstrap.com/docs/5.1/getting-started/introduction/" TargetMode="External"/><Relationship Id="rId4" Type="http://schemas.openxmlformats.org/officeDocument/2006/relationships/hyperlink" Target="https://docs.djangoproject.com/en/4.0/" TargetMode="External"/><Relationship Id="rId9" Type="http://schemas.openxmlformats.org/officeDocument/2006/relationships/hyperlink" Target="https://www.geeksforgeeks.org/django-authentication-project-with-firebase/#:~:text=Grant%20Permissions%20on%20Firebase%20Dashboard,Project%20using%20MVT%20in%20Django%20%3F" TargetMode="External"/><Relationship Id="rId5" Type="http://schemas.openxmlformats.org/officeDocument/2006/relationships/hyperlink" Target="https://www.youtube.com/watch?v=8wa4AHGKUJM" TargetMode="External"/><Relationship Id="rId6" Type="http://schemas.openxmlformats.org/officeDocument/2006/relationships/hyperlink" Target="https://www.youtube.com/watch?v=HdoPg2e_m9s&amp;list=PLu0W_9lII9ah7DDtYtflgwMwpT3xmjXY9&amp;index=2" TargetMode="External"/><Relationship Id="rId7" Type="http://schemas.openxmlformats.org/officeDocument/2006/relationships/hyperlink" Target="https://forex-python.readthedocs.io/en/latest/usage.html" TargetMode="External"/><Relationship Id="rId8" Type="http://schemas.openxmlformats.org/officeDocument/2006/relationships/hyperlink" Target="https://www.section.io/engineering-education/integrating-firebase-database-in-djang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
          <p:cNvSpPr txBox="1"/>
          <p:nvPr>
            <p:ph type="ctrTitle"/>
          </p:nvPr>
        </p:nvSpPr>
        <p:spPr>
          <a:xfrm>
            <a:off x="2979112" y="1008935"/>
            <a:ext cx="8690100" cy="1371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Twentieth Century"/>
              <a:buNone/>
            </a:pPr>
            <a:r>
              <a:rPr lang="en-IN"/>
              <a:t>CONVERTIAN</a:t>
            </a:r>
            <a:endParaRPr/>
          </a:p>
        </p:txBody>
      </p:sp>
      <p:sp>
        <p:nvSpPr>
          <p:cNvPr id="142" name="Google Shape;142;p1"/>
          <p:cNvSpPr txBox="1"/>
          <p:nvPr/>
        </p:nvSpPr>
        <p:spPr>
          <a:xfrm>
            <a:off x="8548150" y="2553525"/>
            <a:ext cx="28575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solidFill>
                  <a:schemeClr val="lt1"/>
                </a:solidFill>
                <a:latin typeface="Montserrat"/>
                <a:ea typeface="Montserrat"/>
                <a:cs typeface="Montserrat"/>
                <a:sym typeface="Montserrat"/>
              </a:rPr>
              <a:t>BY</a:t>
            </a:r>
            <a:endParaRPr sz="2000">
              <a:solidFill>
                <a:schemeClr val="lt1"/>
              </a:solidFill>
              <a:latin typeface="Montserrat"/>
              <a:ea typeface="Montserrat"/>
              <a:cs typeface="Montserrat"/>
              <a:sym typeface="Montserrat"/>
            </a:endParaRPr>
          </a:p>
          <a:p>
            <a:pPr indent="0" lvl="0" marL="0" rtl="0" algn="l">
              <a:spcBef>
                <a:spcPts val="0"/>
              </a:spcBef>
              <a:spcAft>
                <a:spcPts val="0"/>
              </a:spcAft>
              <a:buNone/>
            </a:pPr>
            <a:r>
              <a:rPr lang="en-IN" sz="2000">
                <a:solidFill>
                  <a:schemeClr val="lt1"/>
                </a:solidFill>
                <a:latin typeface="Montserrat"/>
                <a:ea typeface="Montserrat"/>
                <a:cs typeface="Montserrat"/>
                <a:sym typeface="Montserrat"/>
              </a:rPr>
              <a:t>SYNERGETIKS</a:t>
            </a:r>
            <a:endParaRPr sz="2000">
              <a:solidFill>
                <a:schemeClr val="lt1"/>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
          <p:cNvSpPr txBox="1"/>
          <p:nvPr>
            <p:ph type="title"/>
          </p:nvPr>
        </p:nvSpPr>
        <p:spPr>
          <a:xfrm>
            <a:off x="1730000" y="525000"/>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TEAM SYNERGETIKS</a:t>
            </a:r>
            <a:endParaRPr/>
          </a:p>
        </p:txBody>
      </p:sp>
      <p:graphicFrame>
        <p:nvGraphicFramePr>
          <p:cNvPr id="148" name="Google Shape;148;p2"/>
          <p:cNvGraphicFramePr/>
          <p:nvPr/>
        </p:nvGraphicFramePr>
        <p:xfrm>
          <a:off x="2146300" y="2367491"/>
          <a:ext cx="3000000" cy="3000000"/>
        </p:xfrm>
        <a:graphic>
          <a:graphicData uri="http://schemas.openxmlformats.org/drawingml/2006/table">
            <a:tbl>
              <a:tblPr bandRow="1" firstRow="1">
                <a:noFill/>
                <a:tableStyleId>{6D757F50-DD70-434A-A916-7CC05D6E5AF4}</a:tableStyleId>
              </a:tblPr>
              <a:tblGrid>
                <a:gridCol w="4064000"/>
                <a:gridCol w="4064000"/>
              </a:tblGrid>
              <a:tr h="370850">
                <a:tc>
                  <a:txBody>
                    <a:bodyPr/>
                    <a:lstStyle/>
                    <a:p>
                      <a:pPr indent="0" lvl="0" marL="0" marR="0" rtl="0" algn="ctr">
                        <a:spcBef>
                          <a:spcPts val="0"/>
                        </a:spcBef>
                        <a:spcAft>
                          <a:spcPts val="0"/>
                        </a:spcAft>
                        <a:buNone/>
                      </a:pPr>
                      <a:r>
                        <a:rPr lang="en-IN" sz="1800" u="none" cap="none" strike="noStrike">
                          <a:latin typeface="Montserrat"/>
                          <a:ea typeface="Montserrat"/>
                          <a:cs typeface="Montserrat"/>
                          <a:sym typeface="Montserrat"/>
                        </a:rPr>
                        <a:t>ROLL NO</a:t>
                      </a:r>
                      <a:endParaRPr>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Montserrat"/>
                          <a:ea typeface="Montserrat"/>
                          <a:cs typeface="Montserrat"/>
                          <a:sym typeface="Montserrat"/>
                        </a:rPr>
                        <a:t>NAME</a:t>
                      </a:r>
                      <a:endParaRPr>
                        <a:latin typeface="Montserrat"/>
                        <a:ea typeface="Montserrat"/>
                        <a:cs typeface="Montserrat"/>
                        <a:sym typeface="Montserrat"/>
                      </a:endParaRPr>
                    </a:p>
                  </a:txBody>
                  <a:tcPr marT="45725" marB="45725" marR="91450" marL="91450"/>
                </a:tc>
              </a:tr>
              <a:tr h="370850">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9362</a:t>
                      </a:r>
                      <a:endParaRPr>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VINIT RAMAN DAVE</a:t>
                      </a:r>
                      <a:endParaRPr>
                        <a:solidFill>
                          <a:schemeClr val="lt1"/>
                        </a:solidFill>
                        <a:latin typeface="Montserrat"/>
                        <a:ea typeface="Montserrat"/>
                        <a:cs typeface="Montserrat"/>
                        <a:sym typeface="Montserrat"/>
                      </a:endParaRPr>
                    </a:p>
                  </a:txBody>
                  <a:tcPr marT="45725" marB="45725" marR="91450" marL="91450">
                    <a:solidFill>
                      <a:srgbClr val="134F5C"/>
                    </a:solidFill>
                  </a:tcPr>
                </a:tc>
              </a:tr>
              <a:tr h="370850">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9377</a:t>
                      </a:r>
                      <a:endParaRPr>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JONATHAN SURESH JOSEPH</a:t>
                      </a:r>
                      <a:endParaRPr>
                        <a:solidFill>
                          <a:schemeClr val="lt1"/>
                        </a:solidFill>
                        <a:latin typeface="Montserrat"/>
                        <a:ea typeface="Montserrat"/>
                        <a:cs typeface="Montserrat"/>
                        <a:sym typeface="Montserrat"/>
                      </a:endParaRPr>
                    </a:p>
                  </a:txBody>
                  <a:tcPr marT="45725" marB="45725" marR="91450" marL="91450">
                    <a:solidFill>
                      <a:srgbClr val="0C343D"/>
                    </a:solidFill>
                  </a:tcPr>
                </a:tc>
              </a:tr>
              <a:tr h="370850">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9384</a:t>
                      </a:r>
                      <a:endParaRPr>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AMEY JOTIBA MANAGUTE</a:t>
                      </a:r>
                      <a:endParaRPr>
                        <a:solidFill>
                          <a:schemeClr val="lt1"/>
                        </a:solidFill>
                        <a:latin typeface="Montserrat"/>
                        <a:ea typeface="Montserrat"/>
                        <a:cs typeface="Montserrat"/>
                        <a:sym typeface="Montserrat"/>
                      </a:endParaRPr>
                    </a:p>
                  </a:txBody>
                  <a:tcPr marT="45725" marB="45725" marR="91450" marL="91450">
                    <a:solidFill>
                      <a:srgbClr val="134F5C"/>
                    </a:solidFill>
                  </a:tcPr>
                </a:tc>
              </a:tr>
              <a:tr h="370850">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9386</a:t>
                      </a:r>
                      <a:endParaRPr>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spcBef>
                          <a:spcPts val="0"/>
                        </a:spcBef>
                        <a:spcAft>
                          <a:spcPts val="0"/>
                        </a:spcAft>
                        <a:buNone/>
                      </a:pPr>
                      <a:r>
                        <a:rPr lang="en-IN" sz="1800" u="none" cap="none" strike="noStrike">
                          <a:solidFill>
                            <a:schemeClr val="lt1"/>
                          </a:solidFill>
                          <a:latin typeface="Montserrat"/>
                          <a:ea typeface="Montserrat"/>
                          <a:cs typeface="Montserrat"/>
                          <a:sym typeface="Montserrat"/>
                        </a:rPr>
                        <a:t>JACOB SURESH MIRE</a:t>
                      </a:r>
                      <a:endParaRPr>
                        <a:solidFill>
                          <a:schemeClr val="lt1"/>
                        </a:solidFill>
                        <a:latin typeface="Montserrat"/>
                        <a:ea typeface="Montserrat"/>
                        <a:cs typeface="Montserrat"/>
                        <a:sym typeface="Montserrat"/>
                      </a:endParaRPr>
                    </a:p>
                  </a:txBody>
                  <a:tcPr marT="45725" marB="45725" marR="91450" marL="91450">
                    <a:solidFill>
                      <a:srgbClr val="0C343D"/>
                    </a:solidFill>
                  </a:tcPr>
                </a:tc>
              </a:tr>
            </a:tbl>
          </a:graphicData>
        </a:graphic>
      </p:graphicFrame>
      <p:graphicFrame>
        <p:nvGraphicFramePr>
          <p:cNvPr id="149" name="Google Shape;149;p2"/>
          <p:cNvGraphicFramePr/>
          <p:nvPr/>
        </p:nvGraphicFramePr>
        <p:xfrm>
          <a:off x="2146300" y="4540286"/>
          <a:ext cx="3000000" cy="3000000"/>
        </p:xfrm>
        <a:graphic>
          <a:graphicData uri="http://schemas.openxmlformats.org/drawingml/2006/table">
            <a:tbl>
              <a:tblPr bandRow="1" firstRow="1">
                <a:noFill/>
                <a:tableStyleId>{6D757F50-DD70-434A-A916-7CC05D6E5AF4}</a:tableStyleId>
              </a:tblPr>
              <a:tblGrid>
                <a:gridCol w="4064000"/>
                <a:gridCol w="4064000"/>
              </a:tblGrid>
              <a:tr h="370850">
                <a:tc>
                  <a:txBody>
                    <a:bodyPr/>
                    <a:lstStyle/>
                    <a:p>
                      <a:pPr indent="0" lvl="0" marL="0" marR="0" rtl="0" algn="ctr">
                        <a:spcBef>
                          <a:spcPts val="0"/>
                        </a:spcBef>
                        <a:spcAft>
                          <a:spcPts val="0"/>
                        </a:spcAft>
                        <a:buNone/>
                      </a:pPr>
                      <a:r>
                        <a:rPr lang="en-IN" sz="1800" u="none" cap="none" strike="noStrike">
                          <a:latin typeface="Montserrat"/>
                          <a:ea typeface="Montserrat"/>
                          <a:cs typeface="Montserrat"/>
                          <a:sym typeface="Montserrat"/>
                        </a:rPr>
                        <a:t>MENTOR:</a:t>
                      </a:r>
                      <a:endParaRPr sz="1800" u="none" cap="none" strike="noStrike">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Montserrat"/>
                          <a:ea typeface="Montserrat"/>
                          <a:cs typeface="Montserrat"/>
                          <a:sym typeface="Montserrat"/>
                        </a:rPr>
                        <a:t>MRS.PRAJKTA DHAMANSKAR</a:t>
                      </a:r>
                      <a:endParaRPr sz="1800" u="none" cap="none" strike="noStrike">
                        <a:latin typeface="Montserrat"/>
                        <a:ea typeface="Montserrat"/>
                        <a:cs typeface="Montserrat"/>
                        <a:sym typeface="Montserrat"/>
                      </a:endParaRPr>
                    </a:p>
                  </a:txBody>
                  <a:tcPr marT="45725" marB="45725" marR="91450" marL="91450"/>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07f46be421_1_11"/>
          <p:cNvSpPr txBox="1"/>
          <p:nvPr>
            <p:ph type="title"/>
          </p:nvPr>
        </p:nvSpPr>
        <p:spPr>
          <a:xfrm>
            <a:off x="1403400" y="525000"/>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INDEX</a:t>
            </a:r>
            <a:endParaRPr/>
          </a:p>
        </p:txBody>
      </p:sp>
      <p:graphicFrame>
        <p:nvGraphicFramePr>
          <p:cNvPr id="155" name="Google Shape;155;g107f46be421_1_11"/>
          <p:cNvGraphicFramePr/>
          <p:nvPr/>
        </p:nvGraphicFramePr>
        <p:xfrm>
          <a:off x="2182875" y="1743891"/>
          <a:ext cx="3000000" cy="3000000"/>
        </p:xfrm>
        <a:graphic>
          <a:graphicData uri="http://schemas.openxmlformats.org/drawingml/2006/table">
            <a:tbl>
              <a:tblPr bandRow="1" firstRow="1">
                <a:noFill/>
                <a:tableStyleId>{6D757F50-DD70-434A-A916-7CC05D6E5AF4}</a:tableStyleId>
              </a:tblPr>
              <a:tblGrid>
                <a:gridCol w="1357375"/>
                <a:gridCol w="6770625"/>
              </a:tblGrid>
              <a:tr h="370850">
                <a:tc>
                  <a:txBody>
                    <a:bodyPr/>
                    <a:lstStyle/>
                    <a:p>
                      <a:pPr indent="0" lvl="0" marL="0" marR="0" rtl="0" algn="ctr">
                        <a:spcBef>
                          <a:spcPts val="0"/>
                        </a:spcBef>
                        <a:spcAft>
                          <a:spcPts val="0"/>
                        </a:spcAft>
                        <a:buNone/>
                      </a:pPr>
                      <a:r>
                        <a:rPr lang="en-IN" sz="1800">
                          <a:latin typeface="Montserrat"/>
                          <a:ea typeface="Montserrat"/>
                          <a:cs typeface="Montserrat"/>
                          <a:sym typeface="Montserrat"/>
                        </a:rPr>
                        <a:t>SR.NO</a:t>
                      </a:r>
                      <a:endParaRPr>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800" u="none" cap="none" strike="noStrike">
                          <a:latin typeface="Montserrat"/>
                          <a:ea typeface="Montserrat"/>
                          <a:cs typeface="Montserrat"/>
                          <a:sym typeface="Montserrat"/>
                        </a:rPr>
                        <a:t>NAME</a:t>
                      </a:r>
                      <a:endParaRPr>
                        <a:latin typeface="Montserrat"/>
                        <a:ea typeface="Montserrat"/>
                        <a:cs typeface="Montserrat"/>
                        <a:sym typeface="Montserrat"/>
                      </a:endParaRPr>
                    </a:p>
                  </a:txBody>
                  <a:tcPr marT="45725" marB="45725" marR="91450" marL="91450"/>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1</a:t>
                      </a:r>
                      <a:endParaRPr>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INTRODUCTION</a:t>
                      </a:r>
                      <a:endParaRPr>
                        <a:solidFill>
                          <a:schemeClr val="lt1"/>
                        </a:solidFill>
                        <a:latin typeface="Montserrat"/>
                        <a:ea typeface="Montserrat"/>
                        <a:cs typeface="Montserrat"/>
                        <a:sym typeface="Montserrat"/>
                      </a:endParaRPr>
                    </a:p>
                  </a:txBody>
                  <a:tcPr marT="45725" marB="45725" marR="91450" marL="91450">
                    <a:solidFill>
                      <a:srgbClr val="134F5C"/>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2</a:t>
                      </a:r>
                      <a:endParaRPr>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PROBLEM STATEMENT</a:t>
                      </a:r>
                      <a:endParaRPr>
                        <a:solidFill>
                          <a:schemeClr val="lt1"/>
                        </a:solidFill>
                        <a:latin typeface="Montserrat"/>
                        <a:ea typeface="Montserrat"/>
                        <a:cs typeface="Montserrat"/>
                        <a:sym typeface="Montserrat"/>
                      </a:endParaRPr>
                    </a:p>
                  </a:txBody>
                  <a:tcPr marT="45725" marB="45725" marR="91450" marL="91450">
                    <a:solidFill>
                      <a:srgbClr val="0C343D"/>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3</a:t>
                      </a:r>
                      <a:endParaRPr>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OBJECTIVE</a:t>
                      </a:r>
                      <a:endParaRPr>
                        <a:solidFill>
                          <a:schemeClr val="lt1"/>
                        </a:solidFill>
                        <a:latin typeface="Montserrat"/>
                        <a:ea typeface="Montserrat"/>
                        <a:cs typeface="Montserrat"/>
                        <a:sym typeface="Montserrat"/>
                      </a:endParaRPr>
                    </a:p>
                  </a:txBody>
                  <a:tcPr marT="45725" marB="45725" marR="91450" marL="91450">
                    <a:solidFill>
                      <a:srgbClr val="134F5C"/>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4</a:t>
                      </a:r>
                      <a:endParaRPr>
                        <a:solidFill>
                          <a:schemeClr val="lt1"/>
                        </a:solidFill>
                        <a:latin typeface="Montserrat"/>
                        <a:ea typeface="Montserrat"/>
                        <a:cs typeface="Montserrat"/>
                        <a:sym typeface="Montserrat"/>
                      </a:endParaRPr>
                    </a:p>
                  </a:txBody>
                  <a:tcPr marT="45725" marB="45725" marR="91450" marL="91450">
                    <a:lnB cap="flat" cmpd="sng" w="12700">
                      <a:solidFill>
                        <a:schemeClr val="lt1"/>
                      </a:solidFill>
                      <a:prstDash val="solid"/>
                      <a:round/>
                      <a:headEnd len="sm" w="sm" type="none"/>
                      <a:tailEnd len="sm" w="sm" type="none"/>
                    </a:lnB>
                    <a:solidFill>
                      <a:srgbClr val="0C343D"/>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SCOPE</a:t>
                      </a:r>
                      <a:endParaRPr>
                        <a:solidFill>
                          <a:schemeClr val="lt1"/>
                        </a:solidFill>
                        <a:latin typeface="Montserrat"/>
                        <a:ea typeface="Montserrat"/>
                        <a:cs typeface="Montserrat"/>
                        <a:sym typeface="Montserrat"/>
                      </a:endParaRPr>
                    </a:p>
                  </a:txBody>
                  <a:tcPr marT="45725" marB="45725" marR="91450" marL="91450">
                    <a:lnB cap="flat" cmpd="sng" w="12700">
                      <a:solidFill>
                        <a:schemeClr val="lt1"/>
                      </a:solidFill>
                      <a:prstDash val="solid"/>
                      <a:round/>
                      <a:headEnd len="sm" w="sm" type="none"/>
                      <a:tailEnd len="sm" w="sm" type="none"/>
                    </a:lnB>
                    <a:solidFill>
                      <a:srgbClr val="0C343D"/>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5</a:t>
                      </a:r>
                      <a:endParaRPr>
                        <a:solidFill>
                          <a:schemeClr val="lt1"/>
                        </a:solidFill>
                        <a:latin typeface="Montserrat"/>
                        <a:ea typeface="Montserrat"/>
                        <a:cs typeface="Montserrat"/>
                        <a:sym typeface="Montserrat"/>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34F5C"/>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COMPARISON</a:t>
                      </a:r>
                      <a:endParaRPr>
                        <a:solidFill>
                          <a:schemeClr val="lt1"/>
                        </a:solidFill>
                        <a:latin typeface="Montserrat"/>
                        <a:ea typeface="Montserrat"/>
                        <a:cs typeface="Montserrat"/>
                        <a:sym typeface="Montserrat"/>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34F5C"/>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6</a:t>
                      </a:r>
                      <a:endParaRPr sz="1800">
                        <a:solidFill>
                          <a:schemeClr val="lt1"/>
                        </a:solidFill>
                        <a:latin typeface="Montserrat"/>
                        <a:ea typeface="Montserrat"/>
                        <a:cs typeface="Montserrat"/>
                        <a:sym typeface="Montserrat"/>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343D"/>
                    </a:solidFill>
                  </a:tcPr>
                </a:tc>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UML DIAGRAMS</a:t>
                      </a:r>
                      <a:endParaRPr sz="1800">
                        <a:solidFill>
                          <a:schemeClr val="lt1"/>
                        </a:solidFill>
                        <a:latin typeface="Montserrat"/>
                        <a:ea typeface="Montserrat"/>
                        <a:cs typeface="Montserrat"/>
                        <a:sym typeface="Montserrat"/>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343D"/>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7</a:t>
                      </a:r>
                      <a:endParaRPr>
                        <a:solidFill>
                          <a:schemeClr val="lt1"/>
                        </a:solidFill>
                        <a:latin typeface="Montserrat"/>
                        <a:ea typeface="Montserrat"/>
                        <a:cs typeface="Montserrat"/>
                        <a:sym typeface="Montserrat"/>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34F5C"/>
                    </a:solidFill>
                  </a:tcPr>
                </a:tc>
                <a:tc>
                  <a:txBody>
                    <a:bodyPr/>
                    <a:lstStyle/>
                    <a:p>
                      <a:pPr indent="0" lvl="0" marL="0" rtl="0" algn="ctr">
                        <a:spcBef>
                          <a:spcPts val="0"/>
                        </a:spcBef>
                        <a:spcAft>
                          <a:spcPts val="0"/>
                        </a:spcAft>
                        <a:buNone/>
                      </a:pPr>
                      <a:r>
                        <a:rPr lang="en-IN" sz="1800">
                          <a:solidFill>
                            <a:schemeClr val="lt1"/>
                          </a:solidFill>
                          <a:latin typeface="Montserrat"/>
                          <a:ea typeface="Montserrat"/>
                          <a:cs typeface="Montserrat"/>
                          <a:sym typeface="Montserrat"/>
                        </a:rPr>
                        <a:t>TECHNOLOGIES REQUIRED</a:t>
                      </a:r>
                      <a:endParaRPr>
                        <a:solidFill>
                          <a:schemeClr val="lt1"/>
                        </a:solidFill>
                        <a:latin typeface="Montserrat"/>
                        <a:ea typeface="Montserrat"/>
                        <a:cs typeface="Montserrat"/>
                        <a:sym typeface="Montserrat"/>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134F5C"/>
                    </a:solidFill>
                  </a:tcPr>
                </a:tc>
              </a:tr>
              <a:tr h="370850">
                <a:tc>
                  <a:txBody>
                    <a:bodyPr/>
                    <a:lstStyle/>
                    <a:p>
                      <a:pPr indent="0" lvl="0" marL="0" marR="0" rtl="0" algn="ctr">
                        <a:spcBef>
                          <a:spcPts val="0"/>
                        </a:spcBef>
                        <a:spcAft>
                          <a:spcPts val="0"/>
                        </a:spcAft>
                        <a:buNone/>
                      </a:pPr>
                      <a:r>
                        <a:rPr lang="en-IN" sz="1800">
                          <a:solidFill>
                            <a:schemeClr val="lt1"/>
                          </a:solidFill>
                          <a:latin typeface="Montserrat"/>
                          <a:ea typeface="Montserrat"/>
                          <a:cs typeface="Montserrat"/>
                          <a:sym typeface="Montserrat"/>
                        </a:rPr>
                        <a:t>8</a:t>
                      </a:r>
                      <a:endParaRPr sz="1800">
                        <a:solidFill>
                          <a:schemeClr val="lt1"/>
                        </a:solidFill>
                        <a:latin typeface="Montserrat"/>
                        <a:ea typeface="Montserrat"/>
                        <a:cs typeface="Montserrat"/>
                        <a:sym typeface="Montserrat"/>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343D"/>
                    </a:solidFill>
                  </a:tcPr>
                </a:tc>
                <a:tc>
                  <a:txBody>
                    <a:bodyPr/>
                    <a:lstStyle/>
                    <a:p>
                      <a:pPr indent="0" lvl="0" marL="0" rtl="0" algn="ctr">
                        <a:spcBef>
                          <a:spcPts val="0"/>
                        </a:spcBef>
                        <a:spcAft>
                          <a:spcPts val="0"/>
                        </a:spcAft>
                        <a:buClr>
                          <a:srgbClr val="000000"/>
                        </a:buClr>
                        <a:buFont typeface="Arial"/>
                        <a:buNone/>
                      </a:pPr>
                      <a:r>
                        <a:rPr lang="en-IN" sz="1800">
                          <a:solidFill>
                            <a:schemeClr val="lt1"/>
                          </a:solidFill>
                          <a:latin typeface="Montserrat"/>
                          <a:ea typeface="Montserrat"/>
                          <a:cs typeface="Montserrat"/>
                          <a:sym typeface="Montserrat"/>
                        </a:rPr>
                        <a:t>REFERENCES</a:t>
                      </a:r>
                      <a:endParaRPr sz="1800">
                        <a:solidFill>
                          <a:schemeClr val="lt1"/>
                        </a:solidFill>
                        <a:latin typeface="Montserrat"/>
                        <a:ea typeface="Montserrat"/>
                        <a:cs typeface="Montserrat"/>
                        <a:sym typeface="Montserrat"/>
                      </a:endParaRPr>
                    </a:p>
                  </a:txBody>
                  <a:tcPr marT="45725" marB="45725" marR="91450" marL="91450">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0C343D"/>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ea6b2e9c20_0_529"/>
          <p:cNvSpPr txBox="1"/>
          <p:nvPr>
            <p:ph type="title"/>
          </p:nvPr>
        </p:nvSpPr>
        <p:spPr>
          <a:xfrm>
            <a:off x="2046150" y="379100"/>
            <a:ext cx="9385200" cy="1218900"/>
          </a:xfrm>
          <a:prstGeom prst="rect">
            <a:avLst/>
          </a:prstGeom>
        </p:spPr>
        <p:txBody>
          <a:bodyPr anchorCtr="0" anchor="t" bIns="121900" lIns="121900" spcFirstLastPara="1" rIns="121900" wrap="square" tIns="121900">
            <a:normAutofit/>
          </a:bodyPr>
          <a:lstStyle/>
          <a:p>
            <a:pPr indent="0" lvl="0" marL="0" rtl="0" algn="ctr">
              <a:spcBef>
                <a:spcPts val="0"/>
              </a:spcBef>
              <a:spcAft>
                <a:spcPts val="0"/>
              </a:spcAft>
              <a:buNone/>
            </a:pPr>
            <a:r>
              <a:rPr lang="en-IN" sz="3600"/>
              <a:t>INTRODUCTION</a:t>
            </a:r>
            <a:endParaRPr/>
          </a:p>
        </p:txBody>
      </p:sp>
      <p:sp>
        <p:nvSpPr>
          <p:cNvPr id="161" name="Google Shape;161;gea6b2e9c20_0_529"/>
          <p:cNvSpPr txBox="1"/>
          <p:nvPr/>
        </p:nvSpPr>
        <p:spPr>
          <a:xfrm>
            <a:off x="1726650" y="1507775"/>
            <a:ext cx="9058800" cy="4995300"/>
          </a:xfrm>
          <a:prstGeom prst="rect">
            <a:avLst/>
          </a:prstGeom>
          <a:noFill/>
          <a:ln>
            <a:noFill/>
          </a:ln>
        </p:spPr>
        <p:txBody>
          <a:bodyPr anchorCtr="0" anchor="t" bIns="91425" lIns="91425" spcFirstLastPara="1" rIns="91425" wrap="square" tIns="91425">
            <a:spAutoFit/>
          </a:bodyPr>
          <a:lstStyle/>
          <a:p>
            <a:pPr indent="-336550" lvl="0" marL="457200" rtl="0" algn="l">
              <a:lnSpc>
                <a:spcPct val="120000"/>
              </a:lnSpc>
              <a:spcBef>
                <a:spcPts val="1000"/>
              </a:spcBef>
              <a:spcAft>
                <a:spcPts val="0"/>
              </a:spcAft>
              <a:buClr>
                <a:schemeClr val="lt1"/>
              </a:buClr>
              <a:buSzPts val="1700"/>
              <a:buFont typeface="Montserrat"/>
              <a:buChar char="❏"/>
            </a:pPr>
            <a:r>
              <a:rPr lang="en-IN" sz="1700">
                <a:solidFill>
                  <a:schemeClr val="lt1"/>
                </a:solidFill>
                <a:latin typeface="Montserrat"/>
                <a:ea typeface="Montserrat"/>
                <a:cs typeface="Montserrat"/>
                <a:sym typeface="Montserrat"/>
              </a:rPr>
              <a:t>IN TODAY'S ONLINE ERA WHERE EVERYONE IS WORKING AND STUDYING AT HOME ,THERE  IS A CONSTANT NEED OF CONVERTING VARIOUS THINGS SUCH AS PDFS ,WORD FILES ,IMAGE FILES FROM ONE FORMAT TO ANOTHER.</a:t>
            </a:r>
            <a:endParaRPr sz="1700">
              <a:solidFill>
                <a:schemeClr val="lt1"/>
              </a:solidFill>
              <a:latin typeface="Montserrat"/>
              <a:ea typeface="Montserrat"/>
              <a:cs typeface="Montserrat"/>
              <a:sym typeface="Montserrat"/>
            </a:endParaRPr>
          </a:p>
          <a:p>
            <a:pPr indent="0" lvl="0" marL="457200" rtl="0" algn="l">
              <a:lnSpc>
                <a:spcPct val="120000"/>
              </a:lnSpc>
              <a:spcBef>
                <a:spcPts val="1000"/>
              </a:spcBef>
              <a:spcAft>
                <a:spcPts val="0"/>
              </a:spcAft>
              <a:buNone/>
            </a:pPr>
            <a:r>
              <a:t/>
            </a:r>
            <a:endParaRPr sz="1700">
              <a:solidFill>
                <a:schemeClr val="lt1"/>
              </a:solidFill>
              <a:latin typeface="Montserrat"/>
              <a:ea typeface="Montserrat"/>
              <a:cs typeface="Montserrat"/>
              <a:sym typeface="Montserrat"/>
            </a:endParaRPr>
          </a:p>
          <a:p>
            <a:pPr indent="-336550" lvl="0" marL="457200" rtl="0" algn="l">
              <a:lnSpc>
                <a:spcPct val="120000"/>
              </a:lnSpc>
              <a:spcBef>
                <a:spcPts val="1000"/>
              </a:spcBef>
              <a:spcAft>
                <a:spcPts val="0"/>
              </a:spcAft>
              <a:buClr>
                <a:schemeClr val="lt1"/>
              </a:buClr>
              <a:buSzPts val="1700"/>
              <a:buFont typeface="Montserrat"/>
              <a:buChar char="❏"/>
            </a:pPr>
            <a:r>
              <a:rPr lang="en-IN" sz="1700">
                <a:solidFill>
                  <a:schemeClr val="lt1"/>
                </a:solidFill>
                <a:latin typeface="Montserrat"/>
                <a:ea typeface="Montserrat"/>
                <a:cs typeface="Montserrat"/>
                <a:sym typeface="Montserrat"/>
              </a:rPr>
              <a:t>AT THE SAME TIME, STUDENTS ALSO REQUIRE UNIT /MEASUREMENT CONVERTERS , CURRENCY CONVERTERS , WEIGHT CONVERTERS , AREA CONVERTERS ,VOLUME CONVERTERS ,FILE CONVERTERS AND MUCH MORE</a:t>
            </a:r>
            <a:endParaRPr sz="1700">
              <a:solidFill>
                <a:schemeClr val="lt1"/>
              </a:solidFill>
              <a:latin typeface="Montserrat"/>
              <a:ea typeface="Montserrat"/>
              <a:cs typeface="Montserrat"/>
              <a:sym typeface="Montserrat"/>
            </a:endParaRPr>
          </a:p>
          <a:p>
            <a:pPr indent="0" lvl="0" marL="457200" rtl="0" algn="l">
              <a:lnSpc>
                <a:spcPct val="120000"/>
              </a:lnSpc>
              <a:spcBef>
                <a:spcPts val="1000"/>
              </a:spcBef>
              <a:spcAft>
                <a:spcPts val="0"/>
              </a:spcAft>
              <a:buNone/>
            </a:pPr>
            <a:r>
              <a:t/>
            </a:r>
            <a:endParaRPr sz="1700">
              <a:solidFill>
                <a:schemeClr val="lt1"/>
              </a:solidFill>
              <a:latin typeface="Montserrat"/>
              <a:ea typeface="Montserrat"/>
              <a:cs typeface="Montserrat"/>
              <a:sym typeface="Montserrat"/>
            </a:endParaRPr>
          </a:p>
          <a:p>
            <a:pPr indent="-336550" lvl="0" marL="457200" rtl="0" algn="l">
              <a:lnSpc>
                <a:spcPct val="120000"/>
              </a:lnSpc>
              <a:spcBef>
                <a:spcPts val="1000"/>
              </a:spcBef>
              <a:spcAft>
                <a:spcPts val="0"/>
              </a:spcAft>
              <a:buClr>
                <a:schemeClr val="lt1"/>
              </a:buClr>
              <a:buSzPts val="1700"/>
              <a:buFont typeface="Montserrat"/>
              <a:buChar char="❏"/>
            </a:pPr>
            <a:r>
              <a:rPr lang="en-IN" sz="1700">
                <a:solidFill>
                  <a:schemeClr val="lt1"/>
                </a:solidFill>
                <a:latin typeface="Montserrat"/>
                <a:ea typeface="Montserrat"/>
                <a:cs typeface="Montserrat"/>
                <a:sym typeface="Montserrat"/>
              </a:rPr>
              <a:t>WE AT SYNERGETIKS HAVE COME UP WITH A SOLUTION TO ALL THIS AND WE PRESENT TO YOU CONVERTIAN ,CONVERTIAN IS A WEBSITE THAT CONVERTS ALL UNITS; FROM TEMPERATURE TO CURRENCIES AND EVERYTHING IN BETWEEN.</a:t>
            </a:r>
            <a:endParaRPr sz="1700">
              <a:solidFill>
                <a:schemeClr val="lt1"/>
              </a:solidFill>
              <a:latin typeface="Montserrat"/>
              <a:ea typeface="Montserrat"/>
              <a:cs typeface="Montserrat"/>
              <a:sym typeface="Montserrat"/>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4"/>
          <p:cNvSpPr txBox="1"/>
          <p:nvPr>
            <p:ph type="title"/>
          </p:nvPr>
        </p:nvSpPr>
        <p:spPr>
          <a:xfrm>
            <a:off x="1730000" y="525000"/>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PROBLEM STATEMENT</a:t>
            </a:r>
            <a:endParaRPr/>
          </a:p>
        </p:txBody>
      </p:sp>
      <p:sp>
        <p:nvSpPr>
          <p:cNvPr id="167" name="Google Shape;167;p4"/>
          <p:cNvSpPr txBox="1"/>
          <p:nvPr>
            <p:ph idx="1" type="body"/>
          </p:nvPr>
        </p:nvSpPr>
        <p:spPr>
          <a:xfrm>
            <a:off x="1730000" y="2090067"/>
            <a:ext cx="9385200" cy="38817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120000"/>
              </a:lnSpc>
              <a:spcBef>
                <a:spcPts val="0"/>
              </a:spcBef>
              <a:spcAft>
                <a:spcPts val="0"/>
              </a:spcAft>
              <a:buSzPts val="1800"/>
              <a:buNone/>
            </a:pPr>
            <a:r>
              <a:t/>
            </a:r>
            <a:endParaRPr b="0" i="0" sz="1800" u="none" strike="noStrike">
              <a:solidFill>
                <a:srgbClr val="000000"/>
              </a:solidFill>
              <a:latin typeface="Arial"/>
              <a:ea typeface="Arial"/>
              <a:cs typeface="Arial"/>
              <a:sym typeface="Arial"/>
            </a:endParaRPr>
          </a:p>
          <a:p>
            <a:pPr indent="-228600" lvl="0" marL="228600" rtl="0" algn="l">
              <a:lnSpc>
                <a:spcPct val="120000"/>
              </a:lnSpc>
              <a:spcBef>
                <a:spcPts val="1000"/>
              </a:spcBef>
              <a:spcAft>
                <a:spcPts val="0"/>
              </a:spcAft>
              <a:buSzPts val="2400"/>
              <a:buFont typeface="Montserrat"/>
              <a:buChar char="⮚"/>
            </a:pPr>
            <a:r>
              <a:rPr i="0" lang="en-IN" sz="2400" u="none" strike="noStrike">
                <a:latin typeface="Montserrat"/>
                <a:ea typeface="Montserrat"/>
                <a:cs typeface="Montserrat"/>
                <a:sym typeface="Montserrat"/>
              </a:rPr>
              <a:t>TO CREATE AN UPDATED AND ORGANIZED WEBSITE WHICH IS NOT SUBJECT LIMITED, PRESENTABLE , EASY AND CONVENIENT TO USE ALL IN ONE PLACE.</a:t>
            </a:r>
            <a:endParaRPr i="0" sz="2400" u="none" strike="noStrike">
              <a:latin typeface="Montserrat"/>
              <a:ea typeface="Montserrat"/>
              <a:cs typeface="Montserrat"/>
              <a:sym typeface="Montserrat"/>
            </a:endParaRPr>
          </a:p>
          <a:p>
            <a:pPr indent="-228600" lvl="0" marL="228600" rtl="0" algn="l">
              <a:lnSpc>
                <a:spcPct val="120000"/>
              </a:lnSpc>
              <a:spcBef>
                <a:spcPts val="1600"/>
              </a:spcBef>
              <a:spcAft>
                <a:spcPts val="1600"/>
              </a:spcAft>
              <a:buSzPts val="2400"/>
              <a:buFont typeface="Montserrat"/>
              <a:buChar char="⮚"/>
            </a:pPr>
            <a:r>
              <a:rPr lang="en-IN" sz="2400">
                <a:latin typeface="Montserrat"/>
                <a:ea typeface="Montserrat"/>
                <a:cs typeface="Montserrat"/>
                <a:sym typeface="Montserrat"/>
              </a:rPr>
              <a:t>WE AIM AT MAKING AN USER-FRIENDLY WEBSITE, WITH AN EASY TO USE AND EASILY UNDERSTANDABLE INTERFACE. WE PLAN TO ACHIEVE THIS BY USING APPROPRIATE OPTIONS TO SELECT THROUGHOUT THE WEBSITE.</a:t>
            </a:r>
            <a:endParaRPr sz="2400">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type="title"/>
          </p:nvPr>
        </p:nvSpPr>
        <p:spPr>
          <a:xfrm>
            <a:off x="1742175" y="281800"/>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OBJECTIVE</a:t>
            </a:r>
            <a:endParaRPr/>
          </a:p>
        </p:txBody>
      </p:sp>
      <p:sp>
        <p:nvSpPr>
          <p:cNvPr id="173" name="Google Shape;173;p5"/>
          <p:cNvSpPr txBox="1"/>
          <p:nvPr>
            <p:ph idx="1" type="body"/>
          </p:nvPr>
        </p:nvSpPr>
        <p:spPr>
          <a:xfrm>
            <a:off x="1270500" y="1197700"/>
            <a:ext cx="10921500" cy="5414400"/>
          </a:xfrm>
          <a:prstGeom prst="rect">
            <a:avLst/>
          </a:prstGeom>
          <a:noFill/>
          <a:ln>
            <a:noFill/>
          </a:ln>
        </p:spPr>
        <p:txBody>
          <a:bodyPr anchorCtr="0" anchor="t" bIns="45700" lIns="91425" spcFirstLastPara="1" rIns="91425" wrap="square" tIns="144000">
            <a:normAutofit lnSpcReduction="10000"/>
          </a:bodyPr>
          <a:lstStyle/>
          <a:p>
            <a:pPr indent="0" lvl="0" marL="609600" rtl="0" algn="l">
              <a:lnSpc>
                <a:spcPct val="120000"/>
              </a:lnSpc>
              <a:spcBef>
                <a:spcPts val="0"/>
              </a:spcBef>
              <a:spcAft>
                <a:spcPts val="0"/>
              </a:spcAft>
              <a:buNone/>
            </a:pPr>
            <a:r>
              <a:rPr i="0" lang="en-IN" sz="1800" u="none" strike="noStrike">
                <a:latin typeface="Montserrat"/>
                <a:ea typeface="Montserrat"/>
                <a:cs typeface="Montserrat"/>
                <a:sym typeface="Montserrat"/>
              </a:rPr>
              <a:t>TO MAKE A CONVENIENT WEBSITE THAT CONVERTS ALL TYPES OF QUANTITIES AND UNITS AT ONE PLACE.THE FOLLOWING ARE THE LIST OF ALL THE CONVERSIONS POSSIBLE THROUGH CONVERTIAN:-</a:t>
            </a:r>
            <a:endParaRPr>
              <a:latin typeface="Montserrat"/>
              <a:ea typeface="Montserrat"/>
              <a:cs typeface="Montserrat"/>
              <a:sym typeface="Montserrat"/>
            </a:endParaRPr>
          </a:p>
          <a:p>
            <a:pPr indent="-237172" lvl="0" marL="228600" rtl="0" algn="l">
              <a:lnSpc>
                <a:spcPct val="120000"/>
              </a:lnSpc>
              <a:spcBef>
                <a:spcPts val="1000"/>
              </a:spcBef>
              <a:spcAft>
                <a:spcPts val="0"/>
              </a:spcAft>
              <a:buSzPts val="1800"/>
              <a:buFont typeface="Noto Sans Symbols"/>
              <a:buChar char="⮚"/>
            </a:pPr>
            <a:r>
              <a:rPr b="1" i="0" lang="en-IN" sz="1800" u="none" strike="noStrike">
                <a:latin typeface="Montserrat"/>
                <a:ea typeface="Montserrat"/>
                <a:cs typeface="Montserrat"/>
                <a:sym typeface="Montserrat"/>
              </a:rPr>
              <a:t>LENGTH CONVERTER</a:t>
            </a:r>
            <a:r>
              <a:rPr i="0" lang="en-IN" sz="1800" u="none" strike="noStrike">
                <a:latin typeface="Montserrat"/>
                <a:ea typeface="Montserrat"/>
                <a:cs typeface="Montserrat"/>
                <a:sym typeface="Montserrat"/>
              </a:rPr>
              <a:t>(MM,CM,M,KM,MILES,YARDS ,FT,INCHES, LIGHTYEARS)</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WEIGHT CONVERTER</a:t>
            </a:r>
            <a:r>
              <a:rPr i="0" lang="en-IN" sz="1800" u="none" strike="noStrike">
                <a:latin typeface="Montserrat"/>
                <a:ea typeface="Montserrat"/>
                <a:cs typeface="Montserrat"/>
                <a:sym typeface="Montserrat"/>
              </a:rPr>
              <a:t>(MG,G,KG,TONS,POUNDS,QUINTAL)</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AREA CONVERTER</a:t>
            </a:r>
            <a:r>
              <a:rPr i="0" lang="en-IN" sz="1800" u="none" strike="noStrike">
                <a:latin typeface="Montserrat"/>
                <a:ea typeface="Montserrat"/>
                <a:cs typeface="Montserrat"/>
                <a:sym typeface="Montserrat"/>
              </a:rPr>
              <a:t>(MM²,CM²,KM²,ACRES,HECTARES)</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VOLUME CONVERTER</a:t>
            </a:r>
            <a:r>
              <a:rPr i="0" lang="en-IN" sz="1800" u="none" strike="noStrike">
                <a:latin typeface="Montserrat"/>
                <a:ea typeface="Montserrat"/>
                <a:cs typeface="Montserrat"/>
                <a:sym typeface="Montserrat"/>
              </a:rPr>
              <a:t>(MM,CM,M,LITRES,KILO LITRES)</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IMAGE TO PDF CONVERSION</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Montserrat"/>
              <a:buChar char="⮚"/>
            </a:pPr>
            <a:r>
              <a:rPr b="1" i="0" lang="en-IN" sz="1800" u="none" strike="noStrike">
                <a:latin typeface="Montserrat"/>
                <a:ea typeface="Montserrat"/>
                <a:cs typeface="Montserrat"/>
                <a:sym typeface="Montserrat"/>
              </a:rPr>
              <a:t>PDF TO WORD DOC CONVERSION</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TEMPERATURE CONVERTER</a:t>
            </a:r>
            <a:r>
              <a:rPr i="0" lang="en-IN" sz="1800" u="none" strike="noStrike">
                <a:latin typeface="Montserrat"/>
                <a:ea typeface="Montserrat"/>
                <a:cs typeface="Montserrat"/>
                <a:sym typeface="Montserrat"/>
              </a:rPr>
              <a:t>(F°,C°,K)</a:t>
            </a:r>
            <a:endParaRPr>
              <a:latin typeface="Montserrat"/>
              <a:ea typeface="Montserrat"/>
              <a:cs typeface="Montserrat"/>
              <a:sym typeface="Montserrat"/>
            </a:endParaRPr>
          </a:p>
          <a:p>
            <a:pPr indent="-200699" lvl="0" marL="190799" marR="35999"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PRESSURE</a:t>
            </a:r>
            <a:r>
              <a:rPr i="0" lang="en-IN" sz="1800" u="none" strike="noStrike">
                <a:latin typeface="Montserrat"/>
                <a:ea typeface="Montserrat"/>
                <a:cs typeface="Montserrat"/>
                <a:sym typeface="Montserrat"/>
              </a:rPr>
              <a:t>(PSI,PA,KPA,BARR,ATM,TOR)</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CURRENCY</a:t>
            </a:r>
            <a:r>
              <a:rPr i="0" lang="en-IN" sz="1800" u="none" strike="noStrike">
                <a:latin typeface="Montserrat"/>
                <a:ea typeface="Montserrat"/>
                <a:cs typeface="Montserrat"/>
                <a:sym typeface="Montserrat"/>
              </a:rPr>
              <a:t>(RUPEES,DOLLARS,BRITISH POUNDS,DIRHAMS</a:t>
            </a:r>
            <a:r>
              <a:rPr lang="en-IN" sz="1800">
                <a:latin typeface="Montserrat"/>
                <a:ea typeface="Montserrat"/>
                <a:cs typeface="Montserrat"/>
                <a:sym typeface="Montserrat"/>
              </a:rPr>
              <a:t> AND MANY MORE……</a:t>
            </a:r>
            <a:r>
              <a:rPr i="0" lang="en-IN" sz="1800" u="none" strike="noStrike">
                <a:latin typeface="Montserrat"/>
                <a:ea typeface="Montserrat"/>
                <a:cs typeface="Montserrat"/>
                <a:sym typeface="Montserrat"/>
              </a:rPr>
              <a:t>)</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NUMBER SYSTEM CONVERSION</a:t>
            </a:r>
            <a:r>
              <a:rPr i="0" lang="en-IN" sz="1800" u="none" strike="noStrike">
                <a:latin typeface="Montserrat"/>
                <a:ea typeface="Montserrat"/>
                <a:cs typeface="Montserrat"/>
                <a:sym typeface="Montserrat"/>
              </a:rPr>
              <a:t>(BINARY,DECIMAL,OCTAL,HEXADECIMAL)</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POWER CONVERSION</a:t>
            </a:r>
            <a:r>
              <a:rPr i="0" lang="en-IN" sz="1800" u="none" strike="noStrike">
                <a:latin typeface="Montserrat"/>
                <a:ea typeface="Montserrat"/>
                <a:cs typeface="Montserrat"/>
                <a:sym typeface="Montserrat"/>
              </a:rPr>
              <a:t>(MW,WATTS,MW,GW,HP)</a:t>
            </a:r>
            <a:endParaRPr>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Noto Sans Symbols"/>
              <a:buChar char="⮚"/>
            </a:pPr>
            <a:r>
              <a:rPr b="1" i="0" lang="en-IN" sz="1800" u="none" strike="noStrike">
                <a:latin typeface="Montserrat"/>
                <a:ea typeface="Montserrat"/>
                <a:cs typeface="Montserrat"/>
                <a:sym typeface="Montserrat"/>
              </a:rPr>
              <a:t>ANGLE CONVERSIONS</a:t>
            </a:r>
            <a:r>
              <a:rPr i="0" lang="en-IN" sz="1800" u="none" strike="noStrike">
                <a:latin typeface="Montserrat"/>
                <a:ea typeface="Montserrat"/>
                <a:cs typeface="Montserrat"/>
                <a:sym typeface="Montserrat"/>
              </a:rPr>
              <a:t>(DEGREES,RADIANS)</a:t>
            </a:r>
            <a:endParaRPr i="0" sz="1800" u="none" strike="noStrike">
              <a:latin typeface="Montserrat"/>
              <a:ea typeface="Montserrat"/>
              <a:cs typeface="Montserrat"/>
              <a:sym typeface="Montserrat"/>
            </a:endParaRPr>
          </a:p>
          <a:p>
            <a:pPr indent="-237172" lvl="0" marL="228600" rtl="0" algn="l">
              <a:lnSpc>
                <a:spcPct val="120000"/>
              </a:lnSpc>
              <a:spcBef>
                <a:spcPts val="0"/>
              </a:spcBef>
              <a:spcAft>
                <a:spcPts val="0"/>
              </a:spcAft>
              <a:buSzPts val="1800"/>
              <a:buFont typeface="Montserrat"/>
              <a:buChar char="⮚"/>
            </a:pPr>
            <a:r>
              <a:rPr b="1" lang="en-IN" sz="1800">
                <a:latin typeface="Montserrat"/>
                <a:ea typeface="Montserrat"/>
                <a:cs typeface="Montserrat"/>
                <a:sym typeface="Montserrat"/>
              </a:rPr>
              <a:t>IMAGE COMPRESSION</a:t>
            </a:r>
            <a:endParaRPr b="1" sz="18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6"/>
          <p:cNvSpPr txBox="1"/>
          <p:nvPr>
            <p:ph type="title"/>
          </p:nvPr>
        </p:nvSpPr>
        <p:spPr>
          <a:xfrm>
            <a:off x="64917" y="48658"/>
            <a:ext cx="6116100" cy="1531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SCOPE</a:t>
            </a:r>
            <a:endParaRPr/>
          </a:p>
        </p:txBody>
      </p:sp>
      <p:sp>
        <p:nvSpPr>
          <p:cNvPr id="179" name="Google Shape;179;p6"/>
          <p:cNvSpPr txBox="1"/>
          <p:nvPr>
            <p:ph idx="4294967295" type="body"/>
          </p:nvPr>
        </p:nvSpPr>
        <p:spPr>
          <a:xfrm>
            <a:off x="514075" y="1895525"/>
            <a:ext cx="9863400" cy="3881700"/>
          </a:xfrm>
          <a:prstGeom prst="rect">
            <a:avLst/>
          </a:prstGeom>
          <a:noFill/>
          <a:ln>
            <a:noFill/>
          </a:ln>
        </p:spPr>
        <p:txBody>
          <a:bodyPr anchorCtr="0" anchor="t" bIns="45700" lIns="91425" spcFirstLastPara="1" rIns="91425" wrap="square" tIns="45700">
            <a:normAutofit/>
          </a:bodyPr>
          <a:lstStyle/>
          <a:p>
            <a:pPr indent="-101600" lvl="0" marL="228600" rtl="0" algn="l">
              <a:lnSpc>
                <a:spcPct val="120000"/>
              </a:lnSpc>
              <a:spcBef>
                <a:spcPts val="0"/>
              </a:spcBef>
              <a:spcAft>
                <a:spcPts val="1600"/>
              </a:spcAft>
              <a:buSzPts val="2000"/>
              <a:buNone/>
            </a:pPr>
            <a:r>
              <a:rPr lang="en-IN" sz="2000">
                <a:latin typeface="Montserrat"/>
                <a:ea typeface="Montserrat"/>
                <a:cs typeface="Montserrat"/>
                <a:sym typeface="Montserrat"/>
              </a:rPr>
              <a:t>  OUR WEBSITE COVERS ALL DOMAINS OF CONVERSIONS FROM FINANCIAL,SCIENTIFICAL,MATHEMATICAL ALL THE WAY TO DOCUMENT CONVERSIONS. </a:t>
            </a:r>
            <a:endParaRPr sz="2000">
              <a:latin typeface="Montserrat"/>
              <a:ea typeface="Montserrat"/>
              <a:cs typeface="Montserrat"/>
              <a:sym typeface="Montserrat"/>
            </a:endParaRPr>
          </a:p>
        </p:txBody>
      </p:sp>
      <p:pic>
        <p:nvPicPr>
          <p:cNvPr id="180" name="Google Shape;180;p6"/>
          <p:cNvPicPr preferRelativeResize="0"/>
          <p:nvPr/>
        </p:nvPicPr>
        <p:blipFill>
          <a:blip r:embed="rId3">
            <a:alphaModFix/>
          </a:blip>
          <a:stretch>
            <a:fillRect/>
          </a:stretch>
        </p:blipFill>
        <p:spPr>
          <a:xfrm>
            <a:off x="3420925" y="2856700"/>
            <a:ext cx="5547949" cy="36986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7"/>
          <p:cNvSpPr txBox="1"/>
          <p:nvPr>
            <p:ph type="title"/>
          </p:nvPr>
        </p:nvSpPr>
        <p:spPr>
          <a:xfrm>
            <a:off x="2447425" y="-170225"/>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COMPARISON</a:t>
            </a:r>
            <a:endParaRPr/>
          </a:p>
        </p:txBody>
      </p:sp>
      <p:graphicFrame>
        <p:nvGraphicFramePr>
          <p:cNvPr id="186" name="Google Shape;186;p7"/>
          <p:cNvGraphicFramePr/>
          <p:nvPr/>
        </p:nvGraphicFramePr>
        <p:xfrm>
          <a:off x="876500" y="933450"/>
          <a:ext cx="3000000" cy="3000000"/>
        </p:xfrm>
        <a:graphic>
          <a:graphicData uri="http://schemas.openxmlformats.org/drawingml/2006/table">
            <a:tbl>
              <a:tblPr bandRow="1" firstRow="1">
                <a:noFill/>
                <a:tableStyleId>{6D757F50-DD70-434A-A916-7CC05D6E5AF4}</a:tableStyleId>
              </a:tblPr>
              <a:tblGrid>
                <a:gridCol w="2790075"/>
                <a:gridCol w="2663275"/>
                <a:gridCol w="2646875"/>
                <a:gridCol w="2646875"/>
              </a:tblGrid>
              <a:tr h="813175">
                <a:tc>
                  <a:txBody>
                    <a:bodyPr/>
                    <a:lstStyle/>
                    <a:p>
                      <a:pPr indent="0" lvl="0" marL="0" marR="0" rtl="0" algn="ctr">
                        <a:spcBef>
                          <a:spcPts val="0"/>
                        </a:spcBef>
                        <a:spcAft>
                          <a:spcPts val="0"/>
                        </a:spcAft>
                        <a:buNone/>
                      </a:pPr>
                      <a:r>
                        <a:rPr lang="en-IN" sz="1600" u="none" cap="none" strike="noStrike">
                          <a:latin typeface="Montserrat"/>
                          <a:ea typeface="Montserrat"/>
                          <a:cs typeface="Montserrat"/>
                          <a:sym typeface="Montserrat"/>
                        </a:rPr>
                        <a:t>NAME</a:t>
                      </a:r>
                      <a:endParaRPr sz="1200">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600" u="none" cap="none" strike="noStrike">
                          <a:latin typeface="Montserrat"/>
                          <a:ea typeface="Montserrat"/>
                          <a:cs typeface="Montserrat"/>
                          <a:sym typeface="Montserrat"/>
                        </a:rPr>
                        <a:t>UNIVERSALLY COMPATIBLE RESOLUTION</a:t>
                      </a:r>
                      <a:endParaRPr sz="1200">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600" u="none" cap="none" strike="noStrike">
                          <a:latin typeface="Montserrat"/>
                          <a:ea typeface="Montserrat"/>
                          <a:cs typeface="Montserrat"/>
                          <a:sym typeface="Montserrat"/>
                        </a:rPr>
                        <a:t>EASE OF USAGE</a:t>
                      </a:r>
                      <a:endParaRPr sz="1200">
                        <a:latin typeface="Montserrat"/>
                        <a:ea typeface="Montserrat"/>
                        <a:cs typeface="Montserrat"/>
                        <a:sym typeface="Montserrat"/>
                      </a:endParaRPr>
                    </a:p>
                  </a:txBody>
                  <a:tcPr marT="45725" marB="45725" marR="91450" marL="91450"/>
                </a:tc>
                <a:tc>
                  <a:txBody>
                    <a:bodyPr/>
                    <a:lstStyle/>
                    <a:p>
                      <a:pPr indent="0" lvl="0" marL="0" marR="0" rtl="0" algn="ctr">
                        <a:spcBef>
                          <a:spcPts val="0"/>
                        </a:spcBef>
                        <a:spcAft>
                          <a:spcPts val="0"/>
                        </a:spcAft>
                        <a:buNone/>
                      </a:pPr>
                      <a:r>
                        <a:rPr lang="en-IN" sz="1600" u="none" cap="none" strike="noStrike">
                          <a:latin typeface="Montserrat"/>
                          <a:ea typeface="Montserrat"/>
                          <a:cs typeface="Montserrat"/>
                          <a:sym typeface="Montserrat"/>
                        </a:rPr>
                        <a:t>QUANTITY OF CONVERSIONS</a:t>
                      </a:r>
                      <a:endParaRPr sz="1200">
                        <a:latin typeface="Montserrat"/>
                        <a:ea typeface="Montserrat"/>
                        <a:cs typeface="Montserrat"/>
                        <a:sym typeface="Montserrat"/>
                      </a:endParaRPr>
                    </a:p>
                  </a:txBody>
                  <a:tcPr marT="45725" marB="45725" marR="91450" marL="91450"/>
                </a:tc>
              </a:tr>
              <a:tr h="840275">
                <a:tc>
                  <a:txBody>
                    <a:bodyPr/>
                    <a:lstStyle/>
                    <a:p>
                      <a:pPr indent="0" lvl="0" marL="0" marR="0" rtl="0" algn="ctr">
                        <a:spcBef>
                          <a:spcPts val="0"/>
                        </a:spcBef>
                        <a:spcAft>
                          <a:spcPts val="0"/>
                        </a:spcAft>
                        <a:buNone/>
                      </a:pPr>
                      <a:r>
                        <a:rPr i="0" lang="en-IN" sz="1600" u="sng" cap="none" strike="noStrike">
                          <a:solidFill>
                            <a:schemeClr val="lt1"/>
                          </a:solidFill>
                          <a:latin typeface="Montserrat"/>
                          <a:ea typeface="Montserrat"/>
                          <a:cs typeface="Montserrat"/>
                          <a:sym typeface="Montserrat"/>
                          <a:hlinkClick r:id="rId3">
                            <a:extLst>
                              <a:ext uri="{A12FA001-AC4F-418D-AE19-62706E023703}">
                                <ahyp:hlinkClr val="tx"/>
                              </a:ext>
                            </a:extLst>
                          </a:hlinkClick>
                        </a:rPr>
                        <a:t>https://www.onlineconversion.com/</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lnSpc>
                          <a:spcPct val="100000"/>
                        </a:lnSpc>
                        <a:spcBef>
                          <a:spcPts val="0"/>
                        </a:spcBef>
                        <a:spcAft>
                          <a:spcPts val="0"/>
                        </a:spcAft>
                        <a:buClr>
                          <a:schemeClr val="dk1"/>
                        </a:buClr>
                        <a:buSzPts val="1800"/>
                        <a:buFont typeface="Twentieth Century"/>
                        <a:buNone/>
                      </a:pPr>
                      <a:r>
                        <a:rPr lang="en-IN" sz="1600" u="none" cap="none" strike="noStrike">
                          <a:solidFill>
                            <a:srgbClr val="FF0000"/>
                          </a:solidFill>
                          <a:latin typeface="Montserrat"/>
                          <a:ea typeface="Montserrat"/>
                          <a:cs typeface="Montserrat"/>
                          <a:sym typeface="Montserrat"/>
                        </a:rPr>
                        <a:t>   </a:t>
                      </a: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p>
                      <a:pPr indent="0" lvl="0" marL="0" marR="0" rtl="0" algn="ctr">
                        <a:spcBef>
                          <a:spcPts val="0"/>
                        </a:spcBef>
                        <a:spcAft>
                          <a:spcPts val="0"/>
                        </a:spcAft>
                        <a:buNone/>
                      </a:pPr>
                      <a:r>
                        <a:t/>
                      </a:r>
                      <a:endParaRPr sz="2600" u="none" cap="none" strike="noStrike">
                        <a:solidFill>
                          <a:srgbClr val="FF00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p>
                      <a:pPr indent="0" lvl="0" marL="0" marR="0" rtl="0" algn="ctr">
                        <a:spcBef>
                          <a:spcPts val="0"/>
                        </a:spcBef>
                        <a:spcAft>
                          <a:spcPts val="0"/>
                        </a:spcAft>
                        <a:buNone/>
                      </a:pPr>
                      <a:r>
                        <a:t/>
                      </a:r>
                      <a:endParaRPr sz="2600" u="none" cap="none" strike="noStrike">
                        <a:solidFill>
                          <a:schemeClr val="lt1"/>
                        </a:solidFill>
                        <a:latin typeface="Montserrat"/>
                        <a:ea typeface="Montserrat"/>
                        <a:cs typeface="Montserrat"/>
                        <a:sym typeface="Montserrat"/>
                      </a:endParaRPr>
                    </a:p>
                  </a:txBody>
                  <a:tcPr marT="45725" marB="45725" marR="91450" marL="91450">
                    <a:solidFill>
                      <a:srgbClr val="134F5C"/>
                    </a:solidFill>
                  </a:tcPr>
                </a:tc>
              </a:tr>
              <a:tr h="840275">
                <a:tc>
                  <a:txBody>
                    <a:bodyPr/>
                    <a:lstStyle/>
                    <a:p>
                      <a:pPr indent="0" lvl="0" marL="0" marR="0" rtl="0" algn="ctr">
                        <a:spcBef>
                          <a:spcPts val="0"/>
                        </a:spcBef>
                        <a:spcAft>
                          <a:spcPts val="0"/>
                        </a:spcAft>
                        <a:buNone/>
                      </a:pPr>
                      <a:r>
                        <a:rPr i="0" lang="en-IN" sz="1600" u="sng" cap="none" strike="noStrike">
                          <a:solidFill>
                            <a:schemeClr val="lt1"/>
                          </a:solidFill>
                          <a:latin typeface="Montserrat"/>
                          <a:ea typeface="Montserrat"/>
                          <a:cs typeface="Montserrat"/>
                          <a:sym typeface="Montserrat"/>
                          <a:hlinkClick r:id="rId4">
                            <a:extLst>
                              <a:ext uri="{A12FA001-AC4F-418D-AE19-62706E023703}">
                                <ahyp:hlinkClr val="tx"/>
                              </a:ext>
                            </a:extLst>
                          </a:hlinkClick>
                        </a:rPr>
                        <a:t>https://www.everythingconverter.com/</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spcBef>
                          <a:spcPts val="0"/>
                        </a:spcBef>
                        <a:spcAft>
                          <a:spcPts val="0"/>
                        </a:spcAft>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p>
                      <a:pPr indent="0" lvl="0" marL="0" marR="0" rtl="0" algn="ctr">
                        <a:spcBef>
                          <a:spcPts val="0"/>
                        </a:spcBef>
                        <a:spcAft>
                          <a:spcPts val="0"/>
                        </a:spcAft>
                        <a:buNone/>
                      </a:pPr>
                      <a:r>
                        <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p>
                      <a:pPr indent="0" lvl="0" marL="0" marR="0" rtl="0" algn="ctr">
                        <a:spcBef>
                          <a:spcPts val="0"/>
                        </a:spcBef>
                        <a:spcAft>
                          <a:spcPts val="0"/>
                        </a:spcAft>
                        <a:buNone/>
                      </a:pPr>
                      <a:r>
                        <a:t/>
                      </a:r>
                      <a:endParaRPr sz="2600" u="none" cap="none" strike="noStrike">
                        <a:solidFill>
                          <a:schemeClr val="lt1"/>
                        </a:solidFill>
                        <a:latin typeface="Montserrat"/>
                        <a:ea typeface="Montserrat"/>
                        <a:cs typeface="Montserrat"/>
                        <a:sym typeface="Montserrat"/>
                      </a:endParaRPr>
                    </a:p>
                  </a:txBody>
                  <a:tcPr marT="45725" marB="45725" marR="91450" marL="91450">
                    <a:solidFill>
                      <a:srgbClr val="0C343D"/>
                    </a:solidFill>
                  </a:tcPr>
                </a:tc>
              </a:tr>
              <a:tr h="1057125">
                <a:tc>
                  <a:txBody>
                    <a:bodyPr/>
                    <a:lstStyle/>
                    <a:p>
                      <a:pPr indent="0" lvl="0" marL="0" marR="0" rtl="0" algn="ctr">
                        <a:spcBef>
                          <a:spcPts val="0"/>
                        </a:spcBef>
                        <a:spcAft>
                          <a:spcPts val="0"/>
                        </a:spcAft>
                        <a:buNone/>
                      </a:pPr>
                      <a:r>
                        <a:rPr i="0" lang="en-IN" sz="1600" u="sng" cap="none" strike="noStrike">
                          <a:solidFill>
                            <a:schemeClr val="lt1"/>
                          </a:solidFill>
                          <a:latin typeface="Montserrat"/>
                          <a:ea typeface="Montserrat"/>
                          <a:cs typeface="Montserrat"/>
                          <a:sym typeface="Montserrat"/>
                          <a:hlinkClick r:id="rId5">
                            <a:extLst>
                              <a:ext uri="{A12FA001-AC4F-418D-AE19-62706E023703}">
                                <ahyp:hlinkClr val="tx"/>
                              </a:ext>
                            </a:extLst>
                          </a:hlinkClick>
                        </a:rPr>
                        <a:t>https://www.calculatorsoup.com/calculators/conversions/index.php</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2200" u="none" cap="none" strike="noStrike">
                          <a:solidFill>
                            <a:schemeClr val="lt1"/>
                          </a:solidFill>
                          <a:latin typeface="Montserrat"/>
                          <a:ea typeface="Montserrat"/>
                          <a:cs typeface="Montserrat"/>
                          <a:sym typeface="Montserrat"/>
                        </a:rPr>
                        <a:t>subject limited</a:t>
                      </a:r>
                      <a:endParaRPr sz="1200">
                        <a:solidFill>
                          <a:schemeClr val="lt1"/>
                        </a:solidFill>
                        <a:latin typeface="Montserrat"/>
                        <a:ea typeface="Montserrat"/>
                        <a:cs typeface="Montserrat"/>
                        <a:sym typeface="Montserrat"/>
                      </a:endParaRPr>
                    </a:p>
                  </a:txBody>
                  <a:tcPr marT="45725" marB="45725" marR="91450" marL="91450">
                    <a:solidFill>
                      <a:srgbClr val="134F5C"/>
                    </a:solidFill>
                  </a:tcPr>
                </a:tc>
              </a:tr>
              <a:tr h="840275">
                <a:tc>
                  <a:txBody>
                    <a:bodyPr/>
                    <a:lstStyle/>
                    <a:p>
                      <a:pPr indent="0" lvl="0" marL="0" marR="0" rtl="0" algn="ctr">
                        <a:spcBef>
                          <a:spcPts val="0"/>
                        </a:spcBef>
                        <a:spcAft>
                          <a:spcPts val="0"/>
                        </a:spcAft>
                        <a:buNone/>
                      </a:pPr>
                      <a:r>
                        <a:rPr i="0" lang="en-IN" sz="1600" u="sng" cap="none" strike="noStrike">
                          <a:solidFill>
                            <a:schemeClr val="lt1"/>
                          </a:solidFill>
                          <a:latin typeface="Montserrat"/>
                          <a:ea typeface="Montserrat"/>
                          <a:cs typeface="Montserrat"/>
                          <a:sym typeface="Montserrat"/>
                          <a:hlinkClick r:id="rId6">
                            <a:extLst>
                              <a:ext uri="{A12FA001-AC4F-418D-AE19-62706E023703}">
                                <ahyp:hlinkClr val="tx"/>
                              </a:ext>
                            </a:extLst>
                          </a:hlinkClick>
                        </a:rPr>
                        <a:t>https://www.metric-conversions.org/time-conversion.htm</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spcBef>
                          <a:spcPts val="0"/>
                        </a:spcBef>
                        <a:spcAft>
                          <a:spcPts val="0"/>
                        </a:spcAft>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txBody>
                  <a:tcPr marT="45725" marB="45725" marR="91450" marL="91450">
                    <a:solidFill>
                      <a:srgbClr val="0C343D"/>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p>
                      <a:pPr indent="0" lvl="0" marL="0" marR="0" rtl="0" algn="ctr">
                        <a:spcBef>
                          <a:spcPts val="0"/>
                        </a:spcBef>
                        <a:spcAft>
                          <a:spcPts val="0"/>
                        </a:spcAft>
                        <a:buNone/>
                      </a:pPr>
                      <a:r>
                        <a:t/>
                      </a:r>
                      <a:endParaRPr sz="2600" u="none" cap="none" strike="noStrike">
                        <a:solidFill>
                          <a:schemeClr val="lt1"/>
                        </a:solidFill>
                        <a:latin typeface="Montserrat"/>
                        <a:ea typeface="Montserrat"/>
                        <a:cs typeface="Montserrat"/>
                        <a:sym typeface="Montserrat"/>
                      </a:endParaRPr>
                    </a:p>
                  </a:txBody>
                  <a:tcPr marT="45725" marB="45725" marR="91450" marL="91450">
                    <a:solidFill>
                      <a:srgbClr val="0C343D"/>
                    </a:solidFill>
                  </a:tcPr>
                </a:tc>
              </a:tr>
              <a:tr h="1044950">
                <a:tc>
                  <a:txBody>
                    <a:bodyPr/>
                    <a:lstStyle/>
                    <a:p>
                      <a:pPr indent="0" lvl="0" marL="0" marR="0" rtl="0" algn="ctr">
                        <a:spcBef>
                          <a:spcPts val="0"/>
                        </a:spcBef>
                        <a:spcAft>
                          <a:spcPts val="0"/>
                        </a:spcAft>
                        <a:buNone/>
                      </a:pPr>
                      <a:r>
                        <a:rPr i="0" lang="en-IN" sz="1600" u="sng" cap="none" strike="noStrike">
                          <a:solidFill>
                            <a:schemeClr val="lt1"/>
                          </a:solidFill>
                          <a:latin typeface="Montserrat"/>
                          <a:ea typeface="Montserrat"/>
                          <a:cs typeface="Montserrat"/>
                          <a:sym typeface="Montserrat"/>
                          <a:hlinkClick r:id="rId7">
                            <a:extLst>
                              <a:ext uri="{A12FA001-AC4F-418D-AE19-62706E023703}">
                                <ahyp:hlinkClr val="tx"/>
                              </a:ext>
                            </a:extLst>
                          </a:hlinkClick>
                        </a:rPr>
                        <a:t>https://www.digikey.com/en/resources/online-conversion-calculators</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spcBef>
                          <a:spcPts val="0"/>
                        </a:spcBef>
                        <a:spcAft>
                          <a:spcPts val="0"/>
                        </a:spcAft>
                        <a:buNone/>
                      </a:pPr>
                      <a:r>
                        <a:rPr lang="en-IN" sz="2600" u="none" cap="none" strike="noStrike">
                          <a:solidFill>
                            <a:srgbClr val="00FF00"/>
                          </a:solidFill>
                          <a:latin typeface="Montserrat"/>
                          <a:ea typeface="Montserrat"/>
                          <a:cs typeface="Montserrat"/>
                          <a:sym typeface="Montserrat"/>
                        </a:rPr>
                        <a:t>✔</a:t>
                      </a:r>
                      <a:endParaRPr sz="2600" u="none" cap="none" strike="noStrike">
                        <a:solidFill>
                          <a:srgbClr val="00FF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lnSpc>
                          <a:spcPct val="100000"/>
                        </a:lnSpc>
                        <a:spcBef>
                          <a:spcPts val="0"/>
                        </a:spcBef>
                        <a:spcAft>
                          <a:spcPts val="0"/>
                        </a:spcAft>
                        <a:buClr>
                          <a:schemeClr val="dk1"/>
                        </a:buClr>
                        <a:buSzPts val="2800"/>
                        <a:buFont typeface="Twentieth Century"/>
                        <a:buNone/>
                      </a:pPr>
                      <a:r>
                        <a:rPr lang="en-IN" sz="2600" u="none" cap="none" strike="noStrike">
                          <a:solidFill>
                            <a:srgbClr val="FF0000"/>
                          </a:solidFill>
                          <a:latin typeface="Montserrat"/>
                          <a:ea typeface="Montserrat"/>
                          <a:cs typeface="Montserrat"/>
                          <a:sym typeface="Montserrat"/>
                        </a:rPr>
                        <a:t>🗶</a:t>
                      </a:r>
                      <a:endParaRPr sz="2600" u="none" cap="none" strike="noStrike">
                        <a:solidFill>
                          <a:srgbClr val="FF0000"/>
                        </a:solidFill>
                        <a:latin typeface="Montserrat"/>
                        <a:ea typeface="Montserrat"/>
                        <a:cs typeface="Montserrat"/>
                        <a:sym typeface="Montserrat"/>
                      </a:endParaRPr>
                    </a:p>
                  </a:txBody>
                  <a:tcPr marT="45725" marB="45725" marR="91450" marL="91450">
                    <a:solidFill>
                      <a:srgbClr val="134F5C"/>
                    </a:solidFill>
                  </a:tcPr>
                </a:tc>
                <a:tc>
                  <a:txBody>
                    <a:bodyPr/>
                    <a:lstStyle/>
                    <a:p>
                      <a:pPr indent="0" lvl="0" marL="0" marR="0" rtl="0" algn="ctr">
                        <a:lnSpc>
                          <a:spcPct val="100000"/>
                        </a:lnSpc>
                        <a:spcBef>
                          <a:spcPts val="0"/>
                        </a:spcBef>
                        <a:spcAft>
                          <a:spcPts val="0"/>
                        </a:spcAft>
                        <a:buClr>
                          <a:schemeClr val="dk1"/>
                        </a:buClr>
                        <a:buSzPts val="2400"/>
                        <a:buFont typeface="Times New Roman"/>
                        <a:buNone/>
                      </a:pPr>
                      <a:r>
                        <a:rPr lang="en-IN" sz="2200" u="none" cap="none" strike="noStrike">
                          <a:solidFill>
                            <a:schemeClr val="lt1"/>
                          </a:solidFill>
                          <a:latin typeface="Montserrat"/>
                          <a:ea typeface="Montserrat"/>
                          <a:cs typeface="Montserrat"/>
                          <a:sym typeface="Montserrat"/>
                        </a:rPr>
                        <a:t>subject limited</a:t>
                      </a:r>
                      <a:endParaRPr sz="1200">
                        <a:solidFill>
                          <a:schemeClr val="lt1"/>
                        </a:solidFill>
                        <a:latin typeface="Montserrat"/>
                        <a:ea typeface="Montserrat"/>
                        <a:cs typeface="Montserrat"/>
                        <a:sym typeface="Montserrat"/>
                      </a:endParaRPr>
                    </a:p>
                    <a:p>
                      <a:pPr indent="0" lvl="0" marL="0" marR="0" rtl="0" algn="ctr">
                        <a:spcBef>
                          <a:spcPts val="0"/>
                        </a:spcBef>
                        <a:spcAft>
                          <a:spcPts val="0"/>
                        </a:spcAft>
                        <a:buNone/>
                      </a:pPr>
                      <a:r>
                        <a:t/>
                      </a:r>
                      <a:endParaRPr sz="1600" u="none" cap="none" strike="noStrike">
                        <a:solidFill>
                          <a:schemeClr val="lt1"/>
                        </a:solidFill>
                        <a:latin typeface="Montserrat"/>
                        <a:ea typeface="Montserrat"/>
                        <a:cs typeface="Montserrat"/>
                        <a:sym typeface="Montserrat"/>
                      </a:endParaRPr>
                    </a:p>
                  </a:txBody>
                  <a:tcPr marT="45725" marB="45725" marR="91450" marL="91450">
                    <a:solidFill>
                      <a:srgbClr val="134F5C"/>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pic>
        <p:nvPicPr>
          <p:cNvPr id="191" name="Google Shape;191;gf1646e8990_0_0"/>
          <p:cNvPicPr preferRelativeResize="0"/>
          <p:nvPr/>
        </p:nvPicPr>
        <p:blipFill>
          <a:blip r:embed="rId3">
            <a:alphaModFix/>
          </a:blip>
          <a:stretch>
            <a:fillRect/>
          </a:stretch>
        </p:blipFill>
        <p:spPr>
          <a:xfrm>
            <a:off x="522875" y="1570925"/>
            <a:ext cx="11306323" cy="4907800"/>
          </a:xfrm>
          <a:prstGeom prst="rect">
            <a:avLst/>
          </a:prstGeom>
          <a:noFill/>
          <a:ln>
            <a:noFill/>
          </a:ln>
        </p:spPr>
      </p:pic>
      <p:sp>
        <p:nvSpPr>
          <p:cNvPr id="192" name="Google Shape;192;gf1646e8990_0_0"/>
          <p:cNvSpPr txBox="1"/>
          <p:nvPr/>
        </p:nvSpPr>
        <p:spPr>
          <a:xfrm>
            <a:off x="1957700" y="389100"/>
            <a:ext cx="8195700" cy="6972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3600"/>
              <a:buFont typeface="Twentieth Century"/>
              <a:buNone/>
            </a:pPr>
            <a:r>
              <a:rPr lang="en-IN" sz="3700">
                <a:solidFill>
                  <a:schemeClr val="lt1"/>
                </a:solidFill>
                <a:latin typeface="Montserrat"/>
                <a:ea typeface="Montserrat"/>
                <a:cs typeface="Montserrat"/>
                <a:sym typeface="Montserrat"/>
              </a:rPr>
              <a:t>BLOCK DIAGRAM</a:t>
            </a:r>
            <a:endParaRPr>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gf1f6dfe763_0_0"/>
          <p:cNvSpPr txBox="1"/>
          <p:nvPr>
            <p:ph type="title"/>
          </p:nvPr>
        </p:nvSpPr>
        <p:spPr>
          <a:xfrm>
            <a:off x="483753" y="272800"/>
            <a:ext cx="8169300" cy="678900"/>
          </a:xfrm>
          <a:prstGeom prst="rect">
            <a:avLst/>
          </a:prstGeom>
        </p:spPr>
        <p:txBody>
          <a:bodyPr anchorCtr="0" anchor="ctr" bIns="121900" lIns="121900" spcFirstLastPara="1" rIns="121900" wrap="square" tIns="121900">
            <a:normAutofit fontScale="90000"/>
          </a:bodyPr>
          <a:lstStyle/>
          <a:p>
            <a:pPr indent="0" lvl="0" marL="0" rtl="0" algn="l">
              <a:spcBef>
                <a:spcPts val="0"/>
              </a:spcBef>
              <a:spcAft>
                <a:spcPts val="0"/>
              </a:spcAft>
              <a:buNone/>
            </a:pPr>
            <a:r>
              <a:rPr lang="en-IN"/>
              <a:t>CLASS DIAGRAM</a:t>
            </a:r>
            <a:endParaRPr/>
          </a:p>
        </p:txBody>
      </p:sp>
      <p:pic>
        <p:nvPicPr>
          <p:cNvPr id="198" name="Google Shape;198;gf1f6dfe763_0_0"/>
          <p:cNvPicPr preferRelativeResize="0"/>
          <p:nvPr/>
        </p:nvPicPr>
        <p:blipFill>
          <a:blip r:embed="rId3">
            <a:alphaModFix/>
          </a:blip>
          <a:stretch>
            <a:fillRect/>
          </a:stretch>
        </p:blipFill>
        <p:spPr>
          <a:xfrm>
            <a:off x="2135125" y="1033750"/>
            <a:ext cx="7921760" cy="5601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10858265140_0_0"/>
          <p:cNvSpPr txBox="1"/>
          <p:nvPr>
            <p:ph type="title"/>
          </p:nvPr>
        </p:nvSpPr>
        <p:spPr>
          <a:xfrm>
            <a:off x="522153" y="147125"/>
            <a:ext cx="8169300" cy="678900"/>
          </a:xfrm>
          <a:prstGeom prst="rect">
            <a:avLst/>
          </a:prstGeom>
        </p:spPr>
        <p:txBody>
          <a:bodyPr anchorCtr="0" anchor="ctr" bIns="121900" lIns="121900" spcFirstLastPara="1" rIns="121900" wrap="square" tIns="121900">
            <a:normAutofit fontScale="90000"/>
          </a:bodyPr>
          <a:lstStyle/>
          <a:p>
            <a:pPr indent="0" lvl="0" marL="0" rtl="0" algn="l">
              <a:spcBef>
                <a:spcPts val="0"/>
              </a:spcBef>
              <a:spcAft>
                <a:spcPts val="0"/>
              </a:spcAft>
              <a:buNone/>
            </a:pPr>
            <a:r>
              <a:rPr lang="en-IN"/>
              <a:t>USE CASE DIAGRAM</a:t>
            </a:r>
            <a:endParaRPr/>
          </a:p>
        </p:txBody>
      </p:sp>
      <p:pic>
        <p:nvPicPr>
          <p:cNvPr id="204" name="Google Shape;204;g10858265140_0_0"/>
          <p:cNvPicPr preferRelativeResize="0"/>
          <p:nvPr/>
        </p:nvPicPr>
        <p:blipFill>
          <a:blip r:embed="rId3">
            <a:alphaModFix/>
          </a:blip>
          <a:stretch>
            <a:fillRect/>
          </a:stretch>
        </p:blipFill>
        <p:spPr>
          <a:xfrm>
            <a:off x="1661613" y="921125"/>
            <a:ext cx="8868782" cy="572717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g107f46be421_1_0"/>
          <p:cNvSpPr txBox="1"/>
          <p:nvPr>
            <p:ph type="title"/>
          </p:nvPr>
        </p:nvSpPr>
        <p:spPr>
          <a:xfrm>
            <a:off x="522153" y="147125"/>
            <a:ext cx="8169300" cy="678900"/>
          </a:xfrm>
          <a:prstGeom prst="rect">
            <a:avLst/>
          </a:prstGeom>
        </p:spPr>
        <p:txBody>
          <a:bodyPr anchorCtr="0" anchor="ctr" bIns="121900" lIns="121900" spcFirstLastPara="1" rIns="121900" wrap="square" tIns="121900">
            <a:normAutofit fontScale="90000"/>
          </a:bodyPr>
          <a:lstStyle/>
          <a:p>
            <a:pPr indent="0" lvl="0" marL="0" rtl="0" algn="l">
              <a:spcBef>
                <a:spcPts val="0"/>
              </a:spcBef>
              <a:spcAft>
                <a:spcPts val="0"/>
              </a:spcAft>
              <a:buNone/>
            </a:pPr>
            <a:r>
              <a:rPr lang="en-IN"/>
              <a:t>SEQUENCE DIAGRAM</a:t>
            </a:r>
            <a:endParaRPr/>
          </a:p>
        </p:txBody>
      </p:sp>
      <p:pic>
        <p:nvPicPr>
          <p:cNvPr id="210" name="Google Shape;210;g107f46be421_1_0"/>
          <p:cNvPicPr preferRelativeResize="0"/>
          <p:nvPr/>
        </p:nvPicPr>
        <p:blipFill>
          <a:blip r:embed="rId3">
            <a:alphaModFix/>
          </a:blip>
          <a:stretch>
            <a:fillRect/>
          </a:stretch>
        </p:blipFill>
        <p:spPr>
          <a:xfrm>
            <a:off x="1571925" y="1420900"/>
            <a:ext cx="9212825" cy="48972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8"/>
          <p:cNvSpPr txBox="1"/>
          <p:nvPr>
            <p:ph type="title"/>
          </p:nvPr>
        </p:nvSpPr>
        <p:spPr>
          <a:xfrm>
            <a:off x="1730000" y="525000"/>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TECHNOLOGIES REQUIRED</a:t>
            </a:r>
            <a:endParaRPr/>
          </a:p>
        </p:txBody>
      </p:sp>
      <p:sp>
        <p:nvSpPr>
          <p:cNvPr id="216" name="Google Shape;216;p8"/>
          <p:cNvSpPr txBox="1"/>
          <p:nvPr>
            <p:ph idx="1" type="body"/>
          </p:nvPr>
        </p:nvSpPr>
        <p:spPr>
          <a:xfrm>
            <a:off x="1911975" y="1488142"/>
            <a:ext cx="9385200" cy="3881700"/>
          </a:xfrm>
          <a:prstGeom prst="rect">
            <a:avLst/>
          </a:prstGeom>
          <a:noFill/>
          <a:ln>
            <a:noFill/>
          </a:ln>
        </p:spPr>
        <p:txBody>
          <a:bodyPr anchorCtr="0" anchor="t" bIns="45700" lIns="91425" spcFirstLastPara="1" rIns="91425" wrap="square" tIns="45700">
            <a:normAutofit/>
          </a:bodyPr>
          <a:lstStyle/>
          <a:p>
            <a:pPr indent="-203200" lvl="0" marL="228600" rtl="0" algn="l">
              <a:lnSpc>
                <a:spcPct val="120000"/>
              </a:lnSpc>
              <a:spcBef>
                <a:spcPts val="0"/>
              </a:spcBef>
              <a:spcAft>
                <a:spcPts val="0"/>
              </a:spcAft>
              <a:buSzPts val="2000"/>
              <a:buFont typeface="Noto Sans Symbols"/>
              <a:buChar char="❑"/>
            </a:pPr>
            <a:r>
              <a:rPr lang="en-IN" sz="2000"/>
              <a:t>FRONTEND PROGRAMMING</a:t>
            </a:r>
            <a:endParaRPr sz="2000"/>
          </a:p>
          <a:p>
            <a:pPr indent="-228600" lvl="2" marL="1143000" rtl="0" algn="l">
              <a:lnSpc>
                <a:spcPct val="120000"/>
              </a:lnSpc>
              <a:spcBef>
                <a:spcPts val="500"/>
              </a:spcBef>
              <a:spcAft>
                <a:spcPts val="0"/>
              </a:spcAft>
              <a:buSzPts val="1800"/>
              <a:buFont typeface="Noto Sans Symbols"/>
              <a:buChar char="✔"/>
            </a:pPr>
            <a:r>
              <a:rPr lang="en-IN" sz="1800">
                <a:latin typeface="Arial"/>
                <a:ea typeface="Arial"/>
                <a:cs typeface="Arial"/>
                <a:sym typeface="Arial"/>
              </a:rPr>
              <a:t>HTML </a:t>
            </a:r>
            <a:r>
              <a:rPr b="0" i="0" lang="en-IN" sz="1800" u="none" strike="noStrike">
                <a:latin typeface="Arial"/>
                <a:ea typeface="Arial"/>
                <a:cs typeface="Arial"/>
                <a:sym typeface="Arial"/>
              </a:rPr>
              <a:t>FOR DESCRIBING THE STRUCTURE OF WEB PAGES.</a:t>
            </a:r>
            <a:endParaRPr sz="1800"/>
          </a:p>
          <a:p>
            <a:pPr indent="-228600" lvl="2" marL="1143000" rtl="0" algn="l">
              <a:lnSpc>
                <a:spcPct val="120000"/>
              </a:lnSpc>
              <a:spcBef>
                <a:spcPts val="500"/>
              </a:spcBef>
              <a:spcAft>
                <a:spcPts val="0"/>
              </a:spcAft>
              <a:buSzPts val="1800"/>
              <a:buFont typeface="Noto Sans Symbols"/>
              <a:buChar char="✔"/>
            </a:pPr>
            <a:r>
              <a:rPr b="0" i="0" lang="en-IN" sz="1800" u="none" strike="noStrike">
                <a:latin typeface="Arial"/>
                <a:ea typeface="Arial"/>
                <a:cs typeface="Arial"/>
                <a:sym typeface="Arial"/>
              </a:rPr>
              <a:t>CSS FOR DEFINING THE STYLES FOR WEB PAGES.</a:t>
            </a:r>
            <a:endParaRPr sz="1800"/>
          </a:p>
          <a:p>
            <a:pPr indent="-228600" lvl="2" marL="1143000" rtl="0" algn="l">
              <a:lnSpc>
                <a:spcPct val="120000"/>
              </a:lnSpc>
              <a:spcBef>
                <a:spcPts val="500"/>
              </a:spcBef>
              <a:spcAft>
                <a:spcPts val="0"/>
              </a:spcAft>
              <a:buSzPts val="1800"/>
              <a:buFont typeface="Noto Sans Symbols"/>
              <a:buChar char="✔"/>
            </a:pPr>
            <a:r>
              <a:rPr lang="en-IN" sz="1800">
                <a:latin typeface="Arial"/>
                <a:ea typeface="Arial"/>
                <a:cs typeface="Arial"/>
                <a:sym typeface="Arial"/>
              </a:rPr>
              <a:t>BOOTSTRAP</a:t>
            </a:r>
            <a:r>
              <a:rPr b="0" i="0" lang="en-IN" sz="1800" u="none" strike="noStrike">
                <a:latin typeface="Arial"/>
                <a:ea typeface="Arial"/>
                <a:cs typeface="Arial"/>
                <a:sym typeface="Arial"/>
              </a:rPr>
              <a:t> TO ADD DYNAMIC BEHAVIOR TO THE WEBPAGE AND ADD SPECIAL EFFECTS TO THE WEBPAGE.</a:t>
            </a:r>
            <a:endParaRPr sz="1800"/>
          </a:p>
          <a:p>
            <a:pPr indent="0" lvl="2" marL="914400" rtl="0" algn="l">
              <a:lnSpc>
                <a:spcPct val="120000"/>
              </a:lnSpc>
              <a:spcBef>
                <a:spcPts val="500"/>
              </a:spcBef>
              <a:spcAft>
                <a:spcPts val="0"/>
              </a:spcAft>
              <a:buSzPts val="1800"/>
              <a:buNone/>
            </a:pPr>
            <a:r>
              <a:t/>
            </a:r>
            <a:endParaRPr sz="1800">
              <a:latin typeface="Arial"/>
              <a:ea typeface="Arial"/>
              <a:cs typeface="Arial"/>
              <a:sym typeface="Arial"/>
            </a:endParaRPr>
          </a:p>
          <a:p>
            <a:pPr indent="0" lvl="2" marL="914400" rtl="0" algn="l">
              <a:lnSpc>
                <a:spcPct val="120000"/>
              </a:lnSpc>
              <a:spcBef>
                <a:spcPts val="500"/>
              </a:spcBef>
              <a:spcAft>
                <a:spcPts val="1600"/>
              </a:spcAft>
              <a:buSzPts val="1800"/>
              <a:buNone/>
            </a:pPr>
            <a:r>
              <a:t/>
            </a:r>
            <a:endParaRPr sz="1800">
              <a:latin typeface="Arial"/>
              <a:ea typeface="Arial"/>
              <a:cs typeface="Arial"/>
              <a:sym typeface="Arial"/>
            </a:endParaRPr>
          </a:p>
        </p:txBody>
      </p:sp>
      <p:sp>
        <p:nvSpPr>
          <p:cNvPr id="217" name="Google Shape;217;p8"/>
          <p:cNvSpPr txBox="1"/>
          <p:nvPr/>
        </p:nvSpPr>
        <p:spPr>
          <a:xfrm>
            <a:off x="5638800" y="2971800"/>
            <a:ext cx="914400"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Twentieth Century"/>
              <a:ea typeface="Twentieth Century"/>
              <a:cs typeface="Twentieth Century"/>
              <a:sym typeface="Twentieth Century"/>
            </a:endParaRPr>
          </a:p>
        </p:txBody>
      </p:sp>
      <p:sp>
        <p:nvSpPr>
          <p:cNvPr id="218" name="Google Shape;218;p8"/>
          <p:cNvSpPr txBox="1"/>
          <p:nvPr/>
        </p:nvSpPr>
        <p:spPr>
          <a:xfrm>
            <a:off x="1883625" y="3522750"/>
            <a:ext cx="9441900" cy="184710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lt1"/>
              </a:buClr>
              <a:buSzPts val="2400"/>
              <a:buFont typeface="Noto Sans Symbols"/>
              <a:buChar char="❑"/>
            </a:pPr>
            <a:r>
              <a:rPr lang="en-IN" sz="2400">
                <a:solidFill>
                  <a:schemeClr val="lt1"/>
                </a:solidFill>
                <a:latin typeface="Twentieth Century"/>
                <a:ea typeface="Twentieth Century"/>
                <a:cs typeface="Twentieth Century"/>
                <a:sym typeface="Twentieth Century"/>
              </a:rPr>
              <a:t>BACKEND PROGRAMMING</a:t>
            </a:r>
            <a:endParaRPr>
              <a:solidFill>
                <a:schemeClr val="lt1"/>
              </a:solidFill>
            </a:endParaRPr>
          </a:p>
          <a:p>
            <a:pPr indent="-285750" lvl="2" marL="1200150" marR="0" rtl="0" algn="l">
              <a:spcBef>
                <a:spcPts val="0"/>
              </a:spcBef>
              <a:spcAft>
                <a:spcPts val="0"/>
              </a:spcAft>
              <a:buClr>
                <a:schemeClr val="lt1"/>
              </a:buClr>
              <a:buSzPts val="1800"/>
              <a:buFont typeface="Noto Sans Symbols"/>
              <a:buChar char="✔"/>
            </a:pPr>
            <a:r>
              <a:rPr lang="en-IN" sz="1800">
                <a:solidFill>
                  <a:schemeClr val="lt1"/>
                </a:solidFill>
              </a:rPr>
              <a:t>PYTHON</a:t>
            </a:r>
            <a:r>
              <a:rPr b="0" i="0" lang="en-IN" sz="1800" u="none" cap="none" strike="noStrike">
                <a:solidFill>
                  <a:schemeClr val="lt1"/>
                </a:solidFill>
                <a:latin typeface="Arial"/>
                <a:ea typeface="Arial"/>
                <a:cs typeface="Arial"/>
                <a:sym typeface="Arial"/>
              </a:rPr>
              <a:t> FOR WEB DEVELOPMENT, DATABASE CONNECTIVITY,</a:t>
            </a:r>
            <a:endParaRPr sz="1800">
              <a:solidFill>
                <a:schemeClr val="lt1"/>
              </a:solidFill>
            </a:endParaRPr>
          </a:p>
          <a:p>
            <a:pPr indent="-285750" lvl="2" marL="1200150" marR="0" rtl="0" algn="l">
              <a:spcBef>
                <a:spcPts val="0"/>
              </a:spcBef>
              <a:spcAft>
                <a:spcPts val="0"/>
              </a:spcAft>
              <a:buClr>
                <a:schemeClr val="lt1"/>
              </a:buClr>
              <a:buSzPts val="1800"/>
              <a:buChar char="✔"/>
            </a:pPr>
            <a:r>
              <a:rPr lang="en-IN" sz="1800">
                <a:solidFill>
                  <a:schemeClr val="lt1"/>
                </a:solidFill>
              </a:rPr>
              <a:t>DJANGO AS FRAMEWORK</a:t>
            </a:r>
            <a:endParaRPr sz="1800">
              <a:solidFill>
                <a:schemeClr val="lt1"/>
              </a:solidFill>
            </a:endParaRPr>
          </a:p>
          <a:p>
            <a:pPr indent="-285750" lvl="2" marL="1200150" marR="0" rtl="0" algn="l">
              <a:spcBef>
                <a:spcPts val="0"/>
              </a:spcBef>
              <a:spcAft>
                <a:spcPts val="0"/>
              </a:spcAft>
              <a:buClr>
                <a:schemeClr val="lt1"/>
              </a:buClr>
              <a:buSzPts val="1800"/>
              <a:buChar char="✔"/>
            </a:pPr>
            <a:r>
              <a:rPr lang="en-IN" sz="1800">
                <a:solidFill>
                  <a:schemeClr val="lt1"/>
                </a:solidFill>
              </a:rPr>
              <a:t>FIREBASE AS DATABASE</a:t>
            </a:r>
            <a:endParaRPr sz="1800">
              <a:solidFill>
                <a:schemeClr val="lt1"/>
              </a:solidFill>
            </a:endParaRPr>
          </a:p>
          <a:p>
            <a:pPr indent="0" lvl="0" marL="1371600" marR="0" rtl="0" algn="l">
              <a:spcBef>
                <a:spcPts val="0"/>
              </a:spcBef>
              <a:spcAft>
                <a:spcPts val="0"/>
              </a:spcAft>
              <a:buNone/>
            </a:pPr>
            <a:r>
              <a:t/>
            </a:r>
            <a:endParaRPr sz="1800">
              <a:solidFill>
                <a:schemeClr val="lt1"/>
              </a:solidFill>
            </a:endParaRPr>
          </a:p>
          <a:p>
            <a:pPr indent="-228600" lvl="0" marL="342900" marR="0" rtl="0" algn="l">
              <a:spcBef>
                <a:spcPts val="0"/>
              </a:spcBef>
              <a:spcAft>
                <a:spcPts val="0"/>
              </a:spcAft>
              <a:buClr>
                <a:schemeClr val="dk1"/>
              </a:buClr>
              <a:buSzPts val="1800"/>
              <a:buFont typeface="Noto Sans Symbols"/>
              <a:buNone/>
            </a:pPr>
            <a:r>
              <a:t/>
            </a:r>
            <a:endParaRPr sz="1800">
              <a:solidFill>
                <a:schemeClr val="dk1"/>
              </a:solidFill>
              <a:latin typeface="Twentieth Century"/>
              <a:ea typeface="Twentieth Century"/>
              <a:cs typeface="Twentieth Century"/>
              <a:sym typeface="Twentieth Century"/>
            </a:endParaRPr>
          </a:p>
        </p:txBody>
      </p:sp>
      <p:sp>
        <p:nvSpPr>
          <p:cNvPr id="219" name="Google Shape;219;p8"/>
          <p:cNvSpPr txBox="1"/>
          <p:nvPr/>
        </p:nvSpPr>
        <p:spPr>
          <a:xfrm>
            <a:off x="1911975" y="5114100"/>
            <a:ext cx="9385200" cy="430800"/>
          </a:xfrm>
          <a:prstGeom prst="rect">
            <a:avLst/>
          </a:prstGeom>
          <a:noFill/>
          <a:ln>
            <a:noFill/>
          </a:ln>
        </p:spPr>
        <p:txBody>
          <a:bodyPr anchorCtr="0" anchor="t" bIns="45700" lIns="91425" spcFirstLastPara="1" rIns="91425" wrap="square" tIns="45700">
            <a:spAutoFit/>
          </a:bodyPr>
          <a:lstStyle/>
          <a:p>
            <a:pPr indent="-317500" lvl="0" marL="342900" marR="0" rtl="0" algn="l">
              <a:spcBef>
                <a:spcPts val="0"/>
              </a:spcBef>
              <a:spcAft>
                <a:spcPts val="0"/>
              </a:spcAft>
              <a:buClr>
                <a:schemeClr val="lt1"/>
              </a:buClr>
              <a:buSzPts val="2000"/>
              <a:buFont typeface="Noto Sans Symbols"/>
              <a:buChar char="❑"/>
            </a:pPr>
            <a:r>
              <a:rPr lang="en-IN" sz="2000">
                <a:solidFill>
                  <a:srgbClr val="E8EAED"/>
                </a:solidFill>
                <a:highlight>
                  <a:srgbClr val="202124"/>
                </a:highlight>
              </a:rPr>
              <a:t>VSCODE</a:t>
            </a:r>
            <a:r>
              <a:rPr lang="en-IN" sz="2000">
                <a:solidFill>
                  <a:schemeClr val="lt1"/>
                </a:solidFill>
                <a:latin typeface="Twentieth Century"/>
                <a:ea typeface="Twentieth Century"/>
                <a:cs typeface="Twentieth Century"/>
                <a:sym typeface="Twentieth Century"/>
              </a:rPr>
              <a:t> </a:t>
            </a:r>
            <a:r>
              <a:rPr lang="en-IN" sz="2200">
                <a:solidFill>
                  <a:schemeClr val="lt1"/>
                </a:solidFill>
                <a:latin typeface="Twentieth Century"/>
                <a:ea typeface="Twentieth Century"/>
                <a:cs typeface="Twentieth Century"/>
                <a:sym typeface="Twentieth Century"/>
              </a:rPr>
              <a:t>AS AN IDE</a:t>
            </a:r>
            <a:endParaRPr sz="22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269e7c5419_0_0"/>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a:t>IMPLEMENTATION DETAILS</a:t>
            </a:r>
            <a:endParaRPr/>
          </a:p>
        </p:txBody>
      </p:sp>
      <p:sp>
        <p:nvSpPr>
          <p:cNvPr id="225" name="Google Shape;225;g1269e7c5419_0_0"/>
          <p:cNvSpPr txBox="1"/>
          <p:nvPr>
            <p:ph idx="1" type="body"/>
          </p:nvPr>
        </p:nvSpPr>
        <p:spPr>
          <a:xfrm>
            <a:off x="210900" y="1473625"/>
            <a:ext cx="11770200" cy="5799900"/>
          </a:xfrm>
          <a:prstGeom prst="rect">
            <a:avLst/>
          </a:prstGeom>
        </p:spPr>
        <p:txBody>
          <a:bodyPr anchorCtr="0" anchor="t" bIns="121900" lIns="121900" spcFirstLastPara="1" rIns="121900" wrap="square" tIns="121900">
            <a:noAutofit/>
          </a:bodyPr>
          <a:lstStyle/>
          <a:p>
            <a:pPr indent="0" lvl="0" marL="457200" rtl="0" algn="l">
              <a:spcBef>
                <a:spcPts val="0"/>
              </a:spcBef>
              <a:spcAft>
                <a:spcPts val="0"/>
              </a:spcAft>
              <a:buNone/>
            </a:pPr>
            <a:r>
              <a:rPr lang="en-IN" sz="1800">
                <a:latin typeface="Times New Roman"/>
                <a:ea typeface="Times New Roman"/>
                <a:cs typeface="Times New Roman"/>
                <a:sym typeface="Times New Roman"/>
              </a:rPr>
              <a:t>•	For image to pdf, we have used pillow library.Using this library we can convert image to pdf</a:t>
            </a:r>
            <a:endParaRPr sz="1800">
              <a:latin typeface="Times New Roman"/>
              <a:ea typeface="Times New Roman"/>
              <a:cs typeface="Times New Roman"/>
              <a:sym typeface="Times New Roman"/>
            </a:endParaRPr>
          </a:p>
          <a:p>
            <a:pPr indent="0" lvl="0" marL="457200" rtl="0" algn="l">
              <a:spcBef>
                <a:spcPts val="1600"/>
              </a:spcBef>
              <a:spcAft>
                <a:spcPts val="0"/>
              </a:spcAft>
              <a:buNone/>
            </a:pPr>
            <a:r>
              <a:rPr lang="en-IN" sz="1800">
                <a:latin typeface="Times New Roman"/>
                <a:ea typeface="Times New Roman"/>
                <a:cs typeface="Times New Roman"/>
                <a:sym typeface="Times New Roman"/>
              </a:rPr>
              <a:t>•	For currency conversions we have used forex-python which uses forex api (The Forex API is a free service for </a:t>
            </a:r>
            <a:br>
              <a:rPr lang="en-IN" sz="1800">
                <a:latin typeface="Times New Roman"/>
                <a:ea typeface="Times New Roman"/>
                <a:cs typeface="Times New Roman"/>
                <a:sym typeface="Times New Roman"/>
              </a:rPr>
            </a:br>
            <a:r>
              <a:rPr lang="en-IN" sz="1800">
                <a:latin typeface="Times New Roman"/>
                <a:ea typeface="Times New Roman"/>
                <a:cs typeface="Times New Roman"/>
                <a:sym typeface="Times New Roman"/>
              </a:rPr>
              <a:t>	Current and historical foreign exchange rates built on top of data published by European Central Bank).</a:t>
            </a:r>
            <a:endParaRPr sz="1800">
              <a:latin typeface="Times New Roman"/>
              <a:ea typeface="Times New Roman"/>
              <a:cs typeface="Times New Roman"/>
              <a:sym typeface="Times New Roman"/>
            </a:endParaRPr>
          </a:p>
          <a:p>
            <a:pPr indent="0" lvl="0" marL="457200" rtl="0" algn="l">
              <a:spcBef>
                <a:spcPts val="1600"/>
              </a:spcBef>
              <a:spcAft>
                <a:spcPts val="0"/>
              </a:spcAft>
              <a:buNone/>
            </a:pPr>
            <a:r>
              <a:rPr lang="en-IN" sz="1800">
                <a:latin typeface="Times New Roman"/>
                <a:ea typeface="Times New Roman"/>
                <a:cs typeface="Times New Roman"/>
                <a:sym typeface="Times New Roman"/>
              </a:rPr>
              <a:t>•	For bitcoin price it uses coindesk api(coindesk is cryptocurrency exchange platfrom).</a:t>
            </a:r>
            <a:endParaRPr sz="1800">
              <a:latin typeface="Times New Roman"/>
              <a:ea typeface="Times New Roman"/>
              <a:cs typeface="Times New Roman"/>
              <a:sym typeface="Times New Roman"/>
            </a:endParaRPr>
          </a:p>
          <a:p>
            <a:pPr indent="0" lvl="0" marL="457200" rtl="0" algn="l">
              <a:spcBef>
                <a:spcPts val="1600"/>
              </a:spcBef>
              <a:spcAft>
                <a:spcPts val="0"/>
              </a:spcAft>
              <a:buNone/>
            </a:pPr>
            <a:r>
              <a:rPr lang="en-IN" sz="1800">
                <a:latin typeface="Times New Roman"/>
                <a:ea typeface="Times New Roman"/>
                <a:cs typeface="Times New Roman"/>
                <a:sym typeface="Times New Roman"/>
              </a:rPr>
              <a:t>•	For the scientific conversions such as(weight,temperature,</a:t>
            </a:r>
            <a:r>
              <a:rPr lang="en-IN" sz="1800">
                <a:latin typeface="Times New Roman"/>
                <a:ea typeface="Times New Roman"/>
                <a:cs typeface="Times New Roman"/>
                <a:sym typeface="Times New Roman"/>
              </a:rPr>
              <a:t> </a:t>
            </a:r>
            <a:r>
              <a:rPr lang="en-IN" sz="1800">
                <a:latin typeface="Times New Roman"/>
                <a:ea typeface="Times New Roman"/>
                <a:cs typeface="Times New Roman"/>
                <a:sym typeface="Times New Roman"/>
              </a:rPr>
              <a:t>volume,pressure,numbersystem,angle,length)we </a:t>
            </a:r>
            <a:br>
              <a:rPr lang="en-IN" sz="1800">
                <a:latin typeface="Times New Roman"/>
                <a:ea typeface="Times New Roman"/>
                <a:cs typeface="Times New Roman"/>
                <a:sym typeface="Times New Roman"/>
              </a:rPr>
            </a:br>
            <a:r>
              <a:rPr lang="en-IN" sz="1800">
                <a:latin typeface="Times New Roman"/>
                <a:ea typeface="Times New Roman"/>
                <a:cs typeface="Times New Roman"/>
                <a:sym typeface="Times New Roman"/>
              </a:rPr>
              <a:t>	Are using simple formulas.</a:t>
            </a:r>
            <a:endParaRPr sz="1800">
              <a:latin typeface="Times New Roman"/>
              <a:ea typeface="Times New Roman"/>
              <a:cs typeface="Times New Roman"/>
              <a:sym typeface="Times New Roman"/>
            </a:endParaRPr>
          </a:p>
          <a:p>
            <a:pPr indent="457200" lvl="0" marL="0" rtl="0" algn="l">
              <a:spcBef>
                <a:spcPts val="1600"/>
              </a:spcBef>
              <a:spcAft>
                <a:spcPts val="0"/>
              </a:spcAft>
              <a:buNone/>
            </a:pPr>
            <a:r>
              <a:rPr lang="en-IN" sz="1800">
                <a:latin typeface="Times New Roman"/>
                <a:ea typeface="Times New Roman"/>
                <a:cs typeface="Times New Roman"/>
                <a:sym typeface="Times New Roman"/>
              </a:rPr>
              <a:t>•	The converted files and compressed images are stored on firebase cloud storage.</a:t>
            </a:r>
            <a:endParaRPr sz="1800">
              <a:latin typeface="Times New Roman"/>
              <a:ea typeface="Times New Roman"/>
              <a:cs typeface="Times New Roman"/>
              <a:sym typeface="Times New Roman"/>
            </a:endParaRPr>
          </a:p>
          <a:p>
            <a:pPr indent="0" lvl="0" marL="457200" rtl="0" algn="l">
              <a:spcBef>
                <a:spcPts val="1600"/>
              </a:spcBef>
              <a:spcAft>
                <a:spcPts val="1600"/>
              </a:spcAft>
              <a:buNone/>
            </a:pPr>
            <a:r>
              <a:rPr lang="en-IN" sz="1800">
                <a:latin typeface="Times New Roman"/>
                <a:ea typeface="Times New Roman"/>
                <a:cs typeface="Times New Roman"/>
                <a:sym typeface="Times New Roman"/>
              </a:rPr>
              <a:t>•	We are using  Python Imaging Library(Pillow) for image compression which takes compression parameter </a:t>
            </a:r>
            <a:br>
              <a:rPr lang="en-IN" sz="1800">
                <a:latin typeface="Times New Roman"/>
                <a:ea typeface="Times New Roman"/>
                <a:cs typeface="Times New Roman"/>
                <a:sym typeface="Times New Roman"/>
              </a:rPr>
            </a:br>
            <a:r>
              <a:rPr lang="en-IN" sz="1800">
                <a:latin typeface="Times New Roman"/>
                <a:ea typeface="Times New Roman"/>
                <a:cs typeface="Times New Roman"/>
                <a:sym typeface="Times New Roman"/>
              </a:rPr>
              <a:t>	</a:t>
            </a:r>
            <a:r>
              <a:rPr lang="en-IN" sz="1800">
                <a:latin typeface="Times New Roman"/>
                <a:ea typeface="Times New Roman"/>
                <a:cs typeface="Times New Roman"/>
                <a:sym typeface="Times New Roman"/>
              </a:rPr>
              <a:t>(1 from extreme image compression and 100 for lighter compression)</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g1269e7c5419_0_13"/>
          <p:cNvPicPr preferRelativeResize="0"/>
          <p:nvPr/>
        </p:nvPicPr>
        <p:blipFill>
          <a:blip r:embed="rId3">
            <a:alphaModFix/>
          </a:blip>
          <a:stretch>
            <a:fillRect/>
          </a:stretch>
        </p:blipFill>
        <p:spPr>
          <a:xfrm>
            <a:off x="247988" y="1153725"/>
            <a:ext cx="11696024" cy="5553150"/>
          </a:xfrm>
          <a:prstGeom prst="rect">
            <a:avLst/>
          </a:prstGeom>
          <a:noFill/>
          <a:ln>
            <a:noFill/>
          </a:ln>
        </p:spPr>
      </p:pic>
      <p:sp>
        <p:nvSpPr>
          <p:cNvPr id="231" name="Google Shape;231;g1269e7c5419_0_13"/>
          <p:cNvSpPr txBox="1"/>
          <p:nvPr/>
        </p:nvSpPr>
        <p:spPr>
          <a:xfrm>
            <a:off x="1908175" y="245600"/>
            <a:ext cx="90684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3400">
                <a:solidFill>
                  <a:schemeClr val="lt1"/>
                </a:solidFill>
                <a:latin typeface="Lato"/>
                <a:ea typeface="Lato"/>
                <a:cs typeface="Lato"/>
                <a:sym typeface="Lato"/>
              </a:rPr>
              <a:t>RESULTS</a:t>
            </a:r>
            <a:endParaRPr sz="3400">
              <a:solidFill>
                <a:schemeClr val="l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g1269e7c5419_0_17"/>
          <p:cNvPicPr preferRelativeResize="0"/>
          <p:nvPr/>
        </p:nvPicPr>
        <p:blipFill>
          <a:blip r:embed="rId3">
            <a:alphaModFix/>
          </a:blip>
          <a:stretch>
            <a:fillRect/>
          </a:stretch>
        </p:blipFill>
        <p:spPr>
          <a:xfrm>
            <a:off x="152400" y="152400"/>
            <a:ext cx="11882174" cy="57231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id="241" name="Google Shape;241;g1269e7c5419_0_21"/>
          <p:cNvPicPr preferRelativeResize="0"/>
          <p:nvPr/>
        </p:nvPicPr>
        <p:blipFill>
          <a:blip r:embed="rId3">
            <a:alphaModFix/>
          </a:blip>
          <a:stretch>
            <a:fillRect/>
          </a:stretch>
        </p:blipFill>
        <p:spPr>
          <a:xfrm>
            <a:off x="152400" y="152400"/>
            <a:ext cx="11717025" cy="5553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g1269e7c5419_0_26"/>
          <p:cNvSpPr txBox="1"/>
          <p:nvPr>
            <p:ph type="title"/>
          </p:nvPr>
        </p:nvSpPr>
        <p:spPr>
          <a:xfrm>
            <a:off x="2126750" y="525025"/>
            <a:ext cx="9385200" cy="12189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sz="3600"/>
              <a:t>CONCLUSION</a:t>
            </a:r>
            <a:endParaRPr sz="3600"/>
          </a:p>
        </p:txBody>
      </p:sp>
      <p:sp>
        <p:nvSpPr>
          <p:cNvPr id="247" name="Google Shape;247;g1269e7c5419_0_26"/>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sz="2300"/>
              <a:t>We aim to create website having priority as user’s comfort and easy to operate  layout .By implementing the Web Development knowledge, we learnt throughout this process in creating absolutely simple design which makes operating self-explanatory.</a:t>
            </a:r>
            <a:endParaRPr sz="2300"/>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1269e7c5419_0_32"/>
          <p:cNvSpPr txBox="1"/>
          <p:nvPr>
            <p:ph type="title"/>
          </p:nvPr>
        </p:nvSpPr>
        <p:spPr>
          <a:xfrm>
            <a:off x="1730000" y="525000"/>
            <a:ext cx="9385200" cy="12189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a:t>Future Work</a:t>
            </a:r>
            <a:endParaRPr/>
          </a:p>
        </p:txBody>
      </p:sp>
      <p:sp>
        <p:nvSpPr>
          <p:cNvPr id="253" name="Google Shape;253;g1269e7c5419_0_32"/>
          <p:cNvSpPr txBox="1"/>
          <p:nvPr>
            <p:ph idx="1" type="body"/>
          </p:nvPr>
        </p:nvSpPr>
        <p:spPr>
          <a:xfrm>
            <a:off x="1730000" y="2090067"/>
            <a:ext cx="9385200" cy="3881700"/>
          </a:xfrm>
          <a:prstGeom prst="rect">
            <a:avLst/>
          </a:prstGeom>
        </p:spPr>
        <p:txBody>
          <a:bodyPr anchorCtr="0" anchor="t" bIns="121900" lIns="121900" spcFirstLastPara="1" rIns="121900" wrap="square" tIns="121900">
            <a:normAutofit/>
          </a:bodyPr>
          <a:lstStyle/>
          <a:p>
            <a:pPr indent="0" lvl="0" marL="0" rtl="0" algn="l">
              <a:spcBef>
                <a:spcPts val="0"/>
              </a:spcBef>
              <a:spcAft>
                <a:spcPts val="0"/>
              </a:spcAft>
              <a:buNone/>
            </a:pPr>
            <a:r>
              <a:rPr lang="en-IN" sz="1900"/>
              <a:t>There is scope for future development of this project. To keep abstract of technical improvements, the system may be further refined. </a:t>
            </a:r>
            <a:endParaRPr sz="1900"/>
          </a:p>
          <a:p>
            <a:pPr indent="0" lvl="0" marL="0" rtl="0" algn="l">
              <a:spcBef>
                <a:spcPts val="1600"/>
              </a:spcBef>
              <a:spcAft>
                <a:spcPts val="0"/>
              </a:spcAft>
              <a:buNone/>
            </a:pPr>
            <a:r>
              <a:rPr lang="en-IN" sz="1900"/>
              <a:t> So, enhancements can be made to improve the experience and usability of our website. We can improve the UI to improve our user experience. We can add more conversion if possible . We can improve user management show them their previous records of conversions which they have performed.</a:t>
            </a:r>
            <a:endParaRPr sz="1900"/>
          </a:p>
          <a:p>
            <a:pPr indent="0" lvl="0" marL="0" rtl="0" algn="l">
              <a:spcBef>
                <a:spcPts val="1600"/>
              </a:spcBef>
              <a:spcAft>
                <a:spcPts val="0"/>
              </a:spcAft>
              <a:buNone/>
            </a:pPr>
            <a:r>
              <a:rPr lang="en-IN" sz="1900"/>
              <a:t>We can host this website if possible .</a:t>
            </a:r>
            <a:endParaRPr sz="1900"/>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106e1a82621_0_0"/>
          <p:cNvSpPr txBox="1"/>
          <p:nvPr>
            <p:ph type="title"/>
          </p:nvPr>
        </p:nvSpPr>
        <p:spPr>
          <a:xfrm>
            <a:off x="1730000" y="50625"/>
            <a:ext cx="9385200" cy="1218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Font typeface="Twentieth Century"/>
              <a:buNone/>
            </a:pPr>
            <a:r>
              <a:rPr lang="en-IN"/>
              <a:t>REFERENCES</a:t>
            </a:r>
            <a:endParaRPr/>
          </a:p>
        </p:txBody>
      </p:sp>
      <p:sp>
        <p:nvSpPr>
          <p:cNvPr id="259" name="Google Shape;259;g106e1a82621_0_0"/>
          <p:cNvSpPr txBox="1"/>
          <p:nvPr>
            <p:ph idx="1" type="body"/>
          </p:nvPr>
        </p:nvSpPr>
        <p:spPr>
          <a:xfrm>
            <a:off x="505325" y="1433476"/>
            <a:ext cx="10791900" cy="4277100"/>
          </a:xfrm>
          <a:prstGeom prst="rect">
            <a:avLst/>
          </a:prstGeom>
          <a:noFill/>
          <a:ln>
            <a:noFill/>
          </a:ln>
        </p:spPr>
        <p:txBody>
          <a:bodyPr anchorCtr="0" anchor="t" bIns="45700" lIns="91425" spcFirstLastPara="1" rIns="91425" wrap="square" tIns="45700">
            <a:normAutofit fontScale="85000" lnSpcReduction="10000"/>
          </a:bodyPr>
          <a:lstStyle/>
          <a:p>
            <a:pPr indent="-184150" lvl="0" marL="228600" rtl="0" algn="l">
              <a:lnSpc>
                <a:spcPct val="120000"/>
              </a:lnSpc>
              <a:spcBef>
                <a:spcPts val="0"/>
              </a:spcBef>
              <a:spcAft>
                <a:spcPts val="0"/>
              </a:spcAft>
              <a:buSzPct val="100000"/>
              <a:buFont typeface="Noto Sans Symbols"/>
              <a:buChar char="●"/>
            </a:pPr>
            <a:r>
              <a:rPr lang="en-IN" sz="2000"/>
              <a:t>Documentation :</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3"/>
              </a:rPr>
              <a:t>https://getbootstrap.com/docs/5.1/getting-started/introduction</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4"/>
              </a:rPr>
              <a:t>https://docs.djangoproject.com/en/4.0/</a:t>
            </a:r>
            <a:r>
              <a:rPr lang="en-IN" sz="2000"/>
              <a:t> </a:t>
            </a:r>
            <a:endParaRPr sz="2000"/>
          </a:p>
          <a:p>
            <a:pPr indent="-336550" lvl="0" marL="457200" rtl="0" algn="l">
              <a:lnSpc>
                <a:spcPct val="120000"/>
              </a:lnSpc>
              <a:spcBef>
                <a:spcPts val="0"/>
              </a:spcBef>
              <a:spcAft>
                <a:spcPts val="0"/>
              </a:spcAft>
              <a:buSzPct val="100000"/>
              <a:buChar char="●"/>
            </a:pPr>
            <a:r>
              <a:rPr lang="en-IN" sz="2000"/>
              <a:t>Videos:</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5"/>
              </a:rPr>
              <a:t>https://www.youtube.com/watch?v=8wa4AHGKUJM</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6"/>
              </a:rPr>
              <a:t>https://www.youtube.com/watch?v=HdoPg2e_m9s&amp;list=PLu0W_9lII9ah7DDtYtflgwMwpT3xmjXY9&amp;index=2</a:t>
            </a:r>
            <a:endParaRPr sz="2000"/>
          </a:p>
          <a:p>
            <a:pPr indent="-336550" lvl="0" marL="457200" rtl="0" algn="l">
              <a:lnSpc>
                <a:spcPct val="120000"/>
              </a:lnSpc>
              <a:spcBef>
                <a:spcPts val="0"/>
              </a:spcBef>
              <a:spcAft>
                <a:spcPts val="0"/>
              </a:spcAft>
              <a:buSzPct val="100000"/>
              <a:buChar char="●"/>
            </a:pPr>
            <a:r>
              <a:rPr lang="en-IN" sz="2000"/>
              <a:t>Websites:</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7"/>
              </a:rPr>
              <a:t>https://forex-python.readthedocs.io/en/latest/usage.html</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8"/>
              </a:rPr>
              <a:t>https://www.section.io/engineering-education/integrating-firebase-database-in-django/</a:t>
            </a:r>
            <a:endParaRPr sz="2000"/>
          </a:p>
          <a:p>
            <a:pPr indent="-336550" lvl="1" marL="914400" rtl="0" algn="l">
              <a:lnSpc>
                <a:spcPct val="120000"/>
              </a:lnSpc>
              <a:spcBef>
                <a:spcPts val="0"/>
              </a:spcBef>
              <a:spcAft>
                <a:spcPts val="0"/>
              </a:spcAft>
              <a:buSzPct val="100000"/>
              <a:buChar char="○"/>
            </a:pPr>
            <a:r>
              <a:rPr lang="en-IN" sz="2000" u="sng">
                <a:solidFill>
                  <a:schemeClr val="hlink"/>
                </a:solidFill>
                <a:hlinkClick r:id="rId9"/>
              </a:rPr>
              <a:t>https://www.geeksforgeeks.org/django-authentication-project-with-firebase/#:~:text=Grant%20Permissions%20on%20Firebase%20Dashboard,Project%20using%20MVT%20in%20Django%20%3F</a:t>
            </a:r>
            <a:endParaRPr sz="2000"/>
          </a:p>
          <a:p>
            <a:pPr indent="0" lvl="0" marL="1219200" rtl="0" algn="l">
              <a:lnSpc>
                <a:spcPct val="120000"/>
              </a:lnSpc>
              <a:spcBef>
                <a:spcPts val="0"/>
              </a:spcBef>
              <a:spcAft>
                <a:spcPts val="0"/>
              </a:spcAft>
              <a:buNone/>
            </a:pPr>
            <a:r>
              <a:t/>
            </a:r>
            <a:endParaRPr sz="2000"/>
          </a:p>
          <a:p>
            <a:pPr indent="0" lvl="2" marL="0" rtl="0" algn="l">
              <a:lnSpc>
                <a:spcPct val="120000"/>
              </a:lnSpc>
              <a:spcBef>
                <a:spcPts val="500"/>
              </a:spcBef>
              <a:spcAft>
                <a:spcPts val="1600"/>
              </a:spcAft>
              <a:buSzPct val="100000"/>
              <a:buNone/>
            </a:pPr>
            <a:r>
              <a:t/>
            </a:r>
            <a:endParaRPr sz="1800">
              <a:latin typeface="Arial"/>
              <a:ea typeface="Arial"/>
              <a:cs typeface="Arial"/>
              <a:sym typeface="Arial"/>
            </a:endParaRPr>
          </a:p>
        </p:txBody>
      </p:sp>
      <p:sp>
        <p:nvSpPr>
          <p:cNvPr id="260" name="Google Shape;260;g106e1a82621_0_0"/>
          <p:cNvSpPr txBox="1"/>
          <p:nvPr/>
        </p:nvSpPr>
        <p:spPr>
          <a:xfrm>
            <a:off x="5638800" y="2971800"/>
            <a:ext cx="914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wentieth Century"/>
              <a:ea typeface="Twentieth Century"/>
              <a:cs typeface="Twentieth Century"/>
              <a:sym typeface="Twentieth Century"/>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eba4f08795_1_0"/>
          <p:cNvSpPr txBox="1"/>
          <p:nvPr>
            <p:ph type="title"/>
          </p:nvPr>
        </p:nvSpPr>
        <p:spPr>
          <a:xfrm>
            <a:off x="764617" y="-249275"/>
            <a:ext cx="6116100" cy="46947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IN" sz="4200"/>
              <a:t>THANK YOU! </a:t>
            </a:r>
            <a:endParaRPr sz="4200"/>
          </a:p>
        </p:txBody>
      </p:sp>
      <p:sp>
        <p:nvSpPr>
          <p:cNvPr id="266" name="Google Shape;266;geba4f08795_1_0"/>
          <p:cNvSpPr txBox="1"/>
          <p:nvPr/>
        </p:nvSpPr>
        <p:spPr>
          <a:xfrm>
            <a:off x="3282925" y="3700250"/>
            <a:ext cx="77622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200">
                <a:solidFill>
                  <a:schemeClr val="lt1"/>
                </a:solidFill>
                <a:latin typeface="Montserrat"/>
                <a:ea typeface="Montserrat"/>
                <a:cs typeface="Montserrat"/>
                <a:sym typeface="Montserrat"/>
              </a:rPr>
              <a:t>FROM TEAM SYNERGETIKS</a:t>
            </a:r>
            <a:endParaRPr sz="2200">
              <a:solidFill>
                <a:schemeClr val="lt1"/>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2021-09-07T13:11:59Z</dcterms:created>
  <dc:creator>Amey Managute</dc:creator>
</cp:coreProperties>
</file>